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77" r:id="rId3"/>
    <p:sldId id="279" r:id="rId4"/>
    <p:sldId id="280" r:id="rId5"/>
    <p:sldId id="281" r:id="rId6"/>
    <p:sldId id="283" r:id="rId7"/>
    <p:sldId id="282" r:id="rId8"/>
    <p:sldId id="284" r:id="rId9"/>
    <p:sldId id="285" r:id="rId10"/>
    <p:sldId id="288" r:id="rId11"/>
    <p:sldId id="286" r:id="rId12"/>
    <p:sldId id="287" r:id="rId13"/>
    <p:sldId id="289" r:id="rId14"/>
    <p:sldId id="290" r:id="rId15"/>
    <p:sldId id="291" r:id="rId16"/>
    <p:sldId id="294" r:id="rId17"/>
    <p:sldId id="293" r:id="rId18"/>
    <p:sldId id="278" r:id="rId19"/>
  </p:sldIdLst>
  <p:sldSz cx="12954000" cy="6832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52">
          <p15:clr>
            <a:srgbClr val="A4A3A4"/>
          </p15:clr>
        </p15:guide>
        <p15:guide id="2" pos="40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233"/>
    <a:srgbClr val="A30236"/>
    <a:srgbClr val="8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CACC"/>
          </a:solidFill>
        </a:fill>
      </a:tcStyle>
    </a:wholeTbl>
    <a:band2H>
      <a:tcTxStyle/>
      <a:tcStyle>
        <a:tcBdr/>
        <a:fill>
          <a:solidFill>
            <a:srgbClr val="F0E6E7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9DEE9"/>
          </a:solidFill>
        </a:fill>
      </a:tcStyle>
    </a:wholeTbl>
    <a:band2H>
      <a:tcTxStyle/>
      <a:tcStyle>
        <a:tcBdr/>
        <a:fill>
          <a:solidFill>
            <a:srgbClr val="EDEFF4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E0E2"/>
          </a:solidFill>
        </a:fill>
      </a:tcStyle>
    </a:wholeTbl>
    <a:band2H>
      <a:tcTxStyle/>
      <a:tcStyle>
        <a:tcBdr/>
        <a:fill>
          <a:solidFill>
            <a:srgbClr val="E6F0F1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664" autoAdjust="0"/>
    <p:restoredTop sz="94660"/>
  </p:normalViewPr>
  <p:slideViewPr>
    <p:cSldViewPr snapToGrid="0">
      <p:cViewPr>
        <p:scale>
          <a:sx n="75" d="100"/>
          <a:sy n="75" d="100"/>
        </p:scale>
        <p:origin x="1042" y="274"/>
      </p:cViewPr>
      <p:guideLst>
        <p:guide orient="horz" pos="2152"/>
        <p:guide pos="40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10FE48D-BD8D-43AA-A530-74D441ED9BB4}" type="doc">
      <dgm:prSet loTypeId="urn:microsoft.com/office/officeart/2005/8/layout/vList2" loCatId="list" qsTypeId="urn:microsoft.com/office/officeart/2005/8/quickstyle/simple3" qsCatId="simple" csTypeId="urn:microsoft.com/office/officeart/2005/8/colors/accent1_2" csCatId="accent1"/>
      <dgm:spPr/>
      <dgm:t>
        <a:bodyPr/>
        <a:lstStyle/>
        <a:p>
          <a:endParaRPr lang="ru-RU"/>
        </a:p>
      </dgm:t>
    </dgm:pt>
    <dgm:pt modelId="{53FBD04E-D835-4089-9689-8D42C1BCC9DB}">
      <dgm:prSet/>
      <dgm:spPr/>
      <dgm:t>
        <a:bodyPr/>
        <a:lstStyle/>
        <a:p>
          <a:r>
            <a:rPr lang="ru-RU" b="0" i="0" baseline="0"/>
            <a:t>Характеристика:</a:t>
          </a:r>
          <a:endParaRPr lang="ru-RU"/>
        </a:p>
      </dgm:t>
    </dgm:pt>
    <dgm:pt modelId="{6DD79785-8E91-4E54-BE26-83853D26761F}" type="parTrans" cxnId="{5210B770-CC5E-4C44-8A07-25ADE2072ADB}">
      <dgm:prSet/>
      <dgm:spPr/>
      <dgm:t>
        <a:bodyPr/>
        <a:lstStyle/>
        <a:p>
          <a:endParaRPr lang="ru-RU"/>
        </a:p>
      </dgm:t>
    </dgm:pt>
    <dgm:pt modelId="{FCA33E00-539A-4C11-8D8B-05D648B452FE}" type="sibTrans" cxnId="{5210B770-CC5E-4C44-8A07-25ADE2072ADB}">
      <dgm:prSet/>
      <dgm:spPr/>
      <dgm:t>
        <a:bodyPr/>
        <a:lstStyle/>
        <a:p>
          <a:endParaRPr lang="ru-RU"/>
        </a:p>
      </dgm:t>
    </dgm:pt>
    <dgm:pt modelId="{314FB29B-F79E-4454-AFF4-5EA92B0453C8}">
      <dgm:prSet/>
      <dgm:spPr/>
      <dgm:t>
        <a:bodyPr/>
        <a:lstStyle/>
        <a:p>
          <a:r>
            <a:rPr lang="ru-RU" b="0" i="0" baseline="0"/>
            <a:t>Организация: ПАО «Сбер»</a:t>
          </a:r>
          <a:endParaRPr lang="ru-RU"/>
        </a:p>
      </dgm:t>
    </dgm:pt>
    <dgm:pt modelId="{92238FB7-B645-451C-A19A-B9192F09BA26}" type="parTrans" cxnId="{1C386654-4227-4037-B79E-81B8FB03C5E4}">
      <dgm:prSet/>
      <dgm:spPr/>
      <dgm:t>
        <a:bodyPr/>
        <a:lstStyle/>
        <a:p>
          <a:endParaRPr lang="ru-RU"/>
        </a:p>
      </dgm:t>
    </dgm:pt>
    <dgm:pt modelId="{92F2026C-7C2E-40B4-9687-EFA3D7D28E52}" type="sibTrans" cxnId="{1C386654-4227-4037-B79E-81B8FB03C5E4}">
      <dgm:prSet/>
      <dgm:spPr/>
      <dgm:t>
        <a:bodyPr/>
        <a:lstStyle/>
        <a:p>
          <a:endParaRPr lang="ru-RU"/>
        </a:p>
      </dgm:t>
    </dgm:pt>
    <dgm:pt modelId="{451256B7-91CD-4701-A727-C901360E4800}">
      <dgm:prSet/>
      <dgm:spPr/>
      <dgm:t>
        <a:bodyPr/>
        <a:lstStyle/>
        <a:p>
          <a:r>
            <a:rPr lang="ru-RU" b="0" i="0" baseline="0"/>
            <a:t>Период: 9 мес., закончившихся 30 сентября 2025 и 2024 гг.</a:t>
          </a:r>
          <a:endParaRPr lang="ru-RU"/>
        </a:p>
      </dgm:t>
    </dgm:pt>
    <dgm:pt modelId="{3748483E-C85C-4C3D-B224-08410B8F9B18}" type="parTrans" cxnId="{9C22C134-3DB6-4121-8075-573110FBF41F}">
      <dgm:prSet/>
      <dgm:spPr/>
      <dgm:t>
        <a:bodyPr/>
        <a:lstStyle/>
        <a:p>
          <a:endParaRPr lang="ru-RU"/>
        </a:p>
      </dgm:t>
    </dgm:pt>
    <dgm:pt modelId="{A38A26EE-5F14-4AC7-AE8C-55332A4CCC38}" type="sibTrans" cxnId="{9C22C134-3DB6-4121-8075-573110FBF41F}">
      <dgm:prSet/>
      <dgm:spPr/>
      <dgm:t>
        <a:bodyPr/>
        <a:lstStyle/>
        <a:p>
          <a:endParaRPr lang="ru-RU"/>
        </a:p>
      </dgm:t>
    </dgm:pt>
    <dgm:pt modelId="{F96F1EB7-FE80-4034-8ACF-CC21D1242708}">
      <dgm:prSet/>
      <dgm:spPr/>
      <dgm:t>
        <a:bodyPr/>
        <a:lstStyle/>
        <a:p>
          <a:r>
            <a:rPr lang="ru-RU" b="0" i="0" baseline="0"/>
            <a:t>Ед. изм.: млрд руб.</a:t>
          </a:r>
          <a:endParaRPr lang="ru-RU"/>
        </a:p>
      </dgm:t>
    </dgm:pt>
    <dgm:pt modelId="{4808BA25-8FFA-45A5-A8B9-DE7C5B89D23C}" type="parTrans" cxnId="{B38CD7A6-CB3C-42FE-A7C2-09A634FA179B}">
      <dgm:prSet/>
      <dgm:spPr/>
      <dgm:t>
        <a:bodyPr/>
        <a:lstStyle/>
        <a:p>
          <a:endParaRPr lang="ru-RU"/>
        </a:p>
      </dgm:t>
    </dgm:pt>
    <dgm:pt modelId="{FA5DE985-8EB0-4BB4-B56B-21E29BB073E9}" type="sibTrans" cxnId="{B38CD7A6-CB3C-42FE-A7C2-09A634FA179B}">
      <dgm:prSet/>
      <dgm:spPr/>
      <dgm:t>
        <a:bodyPr/>
        <a:lstStyle/>
        <a:p>
          <a:endParaRPr lang="ru-RU"/>
        </a:p>
      </dgm:t>
    </dgm:pt>
    <dgm:pt modelId="{94B7C97C-0587-4B80-AF83-1ADF42FD5D44}">
      <dgm:prSet/>
      <dgm:spPr/>
      <dgm:t>
        <a:bodyPr/>
        <a:lstStyle/>
        <a:p>
          <a:r>
            <a:rPr lang="ru-RU" b="0" i="0" baseline="0"/>
            <a:t>Формат: табличный, фиксированный набор показателей</a:t>
          </a:r>
          <a:endParaRPr lang="ru-RU"/>
        </a:p>
      </dgm:t>
    </dgm:pt>
    <dgm:pt modelId="{74140A39-F7FB-4DC2-B316-86F21BEB2FE5}" type="parTrans" cxnId="{4DB22088-5D2E-4991-BB77-9E84E0FB044C}">
      <dgm:prSet/>
      <dgm:spPr/>
      <dgm:t>
        <a:bodyPr/>
        <a:lstStyle/>
        <a:p>
          <a:endParaRPr lang="ru-RU"/>
        </a:p>
      </dgm:t>
    </dgm:pt>
    <dgm:pt modelId="{0704F38D-0B3B-4260-A0C9-98AD323BBCD2}" type="sibTrans" cxnId="{4DB22088-5D2E-4991-BB77-9E84E0FB044C}">
      <dgm:prSet/>
      <dgm:spPr/>
      <dgm:t>
        <a:bodyPr/>
        <a:lstStyle/>
        <a:p>
          <a:endParaRPr lang="ru-RU"/>
        </a:p>
      </dgm:t>
    </dgm:pt>
    <dgm:pt modelId="{A99C0B8B-7643-4FE7-89C1-B9ADD219ECC2}">
      <dgm:prSet/>
      <dgm:spPr/>
      <dgm:t>
        <a:bodyPr/>
        <a:lstStyle/>
        <a:p>
          <a:r>
            <a:rPr lang="ru-RU" b="0" i="0" baseline="0"/>
            <a:t>Тип: экономический документ фиксированного формата</a:t>
          </a:r>
          <a:endParaRPr lang="ru-RU"/>
        </a:p>
      </dgm:t>
    </dgm:pt>
    <dgm:pt modelId="{492DFBE9-7FF9-4D93-8C4D-513DA07B933A}" type="parTrans" cxnId="{66BB9C8E-131A-480F-AA01-0E3AF3605582}">
      <dgm:prSet/>
      <dgm:spPr/>
      <dgm:t>
        <a:bodyPr/>
        <a:lstStyle/>
        <a:p>
          <a:endParaRPr lang="ru-RU"/>
        </a:p>
      </dgm:t>
    </dgm:pt>
    <dgm:pt modelId="{5583B4F7-82A9-436B-8CA3-3E00F67DC021}" type="sibTrans" cxnId="{66BB9C8E-131A-480F-AA01-0E3AF3605582}">
      <dgm:prSet/>
      <dgm:spPr/>
      <dgm:t>
        <a:bodyPr/>
        <a:lstStyle/>
        <a:p>
          <a:endParaRPr lang="ru-RU"/>
        </a:p>
      </dgm:t>
    </dgm:pt>
    <dgm:pt modelId="{4C2386F8-AC13-4483-94B4-2EECF332937B}" type="pres">
      <dgm:prSet presAssocID="{B10FE48D-BD8D-43AA-A530-74D441ED9BB4}" presName="linear" presStyleCnt="0">
        <dgm:presLayoutVars>
          <dgm:animLvl val="lvl"/>
          <dgm:resizeHandles val="exact"/>
        </dgm:presLayoutVars>
      </dgm:prSet>
      <dgm:spPr/>
    </dgm:pt>
    <dgm:pt modelId="{4E8ECECC-E8DC-4555-A5EF-94B2FBA47DFB}" type="pres">
      <dgm:prSet presAssocID="{53FBD04E-D835-4089-9689-8D42C1BCC9DB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37534035-B04C-4205-8C64-9CB3BACAFEE2}" type="pres">
      <dgm:prSet presAssocID="{53FBD04E-D835-4089-9689-8D42C1BCC9DB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2DBEC610-7ACB-4C41-A860-DB50F17ABCEA}" type="presOf" srcId="{A99C0B8B-7643-4FE7-89C1-B9ADD219ECC2}" destId="{37534035-B04C-4205-8C64-9CB3BACAFEE2}" srcOrd="0" destOrd="4" presId="urn:microsoft.com/office/officeart/2005/8/layout/vList2"/>
    <dgm:cxn modelId="{9C22C134-3DB6-4121-8075-573110FBF41F}" srcId="{53FBD04E-D835-4089-9689-8D42C1BCC9DB}" destId="{451256B7-91CD-4701-A727-C901360E4800}" srcOrd="1" destOrd="0" parTransId="{3748483E-C85C-4C3D-B224-08410B8F9B18}" sibTransId="{A38A26EE-5F14-4AC7-AE8C-55332A4CCC38}"/>
    <dgm:cxn modelId="{CFD73847-FF83-4F75-BBB4-CD4CCCE2D1EE}" type="presOf" srcId="{451256B7-91CD-4701-A727-C901360E4800}" destId="{37534035-B04C-4205-8C64-9CB3BACAFEE2}" srcOrd="0" destOrd="1" presId="urn:microsoft.com/office/officeart/2005/8/layout/vList2"/>
    <dgm:cxn modelId="{A1D2056A-B77E-4B4F-B81B-73FC9FF8BD09}" type="presOf" srcId="{314FB29B-F79E-4454-AFF4-5EA92B0453C8}" destId="{37534035-B04C-4205-8C64-9CB3BACAFEE2}" srcOrd="0" destOrd="0" presId="urn:microsoft.com/office/officeart/2005/8/layout/vList2"/>
    <dgm:cxn modelId="{5210B770-CC5E-4C44-8A07-25ADE2072ADB}" srcId="{B10FE48D-BD8D-43AA-A530-74D441ED9BB4}" destId="{53FBD04E-D835-4089-9689-8D42C1BCC9DB}" srcOrd="0" destOrd="0" parTransId="{6DD79785-8E91-4E54-BE26-83853D26761F}" sibTransId="{FCA33E00-539A-4C11-8D8B-05D648B452FE}"/>
    <dgm:cxn modelId="{1C386654-4227-4037-B79E-81B8FB03C5E4}" srcId="{53FBD04E-D835-4089-9689-8D42C1BCC9DB}" destId="{314FB29B-F79E-4454-AFF4-5EA92B0453C8}" srcOrd="0" destOrd="0" parTransId="{92238FB7-B645-451C-A19A-B9192F09BA26}" sibTransId="{92F2026C-7C2E-40B4-9687-EFA3D7D28E52}"/>
    <dgm:cxn modelId="{4770F883-3199-40E9-9E3C-C43DB5E20377}" type="presOf" srcId="{B10FE48D-BD8D-43AA-A530-74D441ED9BB4}" destId="{4C2386F8-AC13-4483-94B4-2EECF332937B}" srcOrd="0" destOrd="0" presId="urn:microsoft.com/office/officeart/2005/8/layout/vList2"/>
    <dgm:cxn modelId="{4DB22088-5D2E-4991-BB77-9E84E0FB044C}" srcId="{53FBD04E-D835-4089-9689-8D42C1BCC9DB}" destId="{94B7C97C-0587-4B80-AF83-1ADF42FD5D44}" srcOrd="3" destOrd="0" parTransId="{74140A39-F7FB-4DC2-B316-86F21BEB2FE5}" sibTransId="{0704F38D-0B3B-4260-A0C9-98AD323BBCD2}"/>
    <dgm:cxn modelId="{66BB9C8E-131A-480F-AA01-0E3AF3605582}" srcId="{53FBD04E-D835-4089-9689-8D42C1BCC9DB}" destId="{A99C0B8B-7643-4FE7-89C1-B9ADD219ECC2}" srcOrd="4" destOrd="0" parTransId="{492DFBE9-7FF9-4D93-8C4D-513DA07B933A}" sibTransId="{5583B4F7-82A9-436B-8CA3-3E00F67DC021}"/>
    <dgm:cxn modelId="{9E2CF88E-2D1C-4829-944C-FAD71F685CCD}" type="presOf" srcId="{94B7C97C-0587-4B80-AF83-1ADF42FD5D44}" destId="{37534035-B04C-4205-8C64-9CB3BACAFEE2}" srcOrd="0" destOrd="3" presId="urn:microsoft.com/office/officeart/2005/8/layout/vList2"/>
    <dgm:cxn modelId="{4EA6D39E-F784-4568-A04F-577CE7563B3A}" type="presOf" srcId="{53FBD04E-D835-4089-9689-8D42C1BCC9DB}" destId="{4E8ECECC-E8DC-4555-A5EF-94B2FBA47DFB}" srcOrd="0" destOrd="0" presId="urn:microsoft.com/office/officeart/2005/8/layout/vList2"/>
    <dgm:cxn modelId="{B38CD7A6-CB3C-42FE-A7C2-09A634FA179B}" srcId="{53FBD04E-D835-4089-9689-8D42C1BCC9DB}" destId="{F96F1EB7-FE80-4034-8ACF-CC21D1242708}" srcOrd="2" destOrd="0" parTransId="{4808BA25-8FFA-45A5-A8B9-DE7C5B89D23C}" sibTransId="{FA5DE985-8EB0-4BB4-B56B-21E29BB073E9}"/>
    <dgm:cxn modelId="{CE7207A9-CAC5-40B5-A6A3-7C31355939E9}" type="presOf" srcId="{F96F1EB7-FE80-4034-8ACF-CC21D1242708}" destId="{37534035-B04C-4205-8C64-9CB3BACAFEE2}" srcOrd="0" destOrd="2" presId="urn:microsoft.com/office/officeart/2005/8/layout/vList2"/>
    <dgm:cxn modelId="{701A1B0B-82DE-47D7-A26A-5972DD4B8A50}" type="presParOf" srcId="{4C2386F8-AC13-4483-94B4-2EECF332937B}" destId="{4E8ECECC-E8DC-4555-A5EF-94B2FBA47DFB}" srcOrd="0" destOrd="0" presId="urn:microsoft.com/office/officeart/2005/8/layout/vList2"/>
    <dgm:cxn modelId="{466527FF-41B1-4F5F-9C16-B0E37B512015}" type="presParOf" srcId="{4C2386F8-AC13-4483-94B4-2EECF332937B}" destId="{37534035-B04C-4205-8C64-9CB3BACAFEE2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B02BE6A-9386-4E82-94E0-1196BD9BCCC3}" type="doc">
      <dgm:prSet loTypeId="urn:microsoft.com/office/officeart/2005/8/layout/vList2" loCatId="list" qsTypeId="urn:microsoft.com/office/officeart/2005/8/quickstyle/simple3" qsCatId="simple" csTypeId="urn:microsoft.com/office/officeart/2005/8/colors/accent1_2" csCatId="accent1"/>
      <dgm:spPr/>
      <dgm:t>
        <a:bodyPr/>
        <a:lstStyle/>
        <a:p>
          <a:endParaRPr lang="ru-RU"/>
        </a:p>
      </dgm:t>
    </dgm:pt>
    <dgm:pt modelId="{153FF0F2-1244-4CC6-8839-71ACC8C2481F}">
      <dgm:prSet/>
      <dgm:spPr/>
      <dgm:t>
        <a:bodyPr/>
        <a:lstStyle/>
        <a:p>
          <a:r>
            <a:rPr lang="ru-RU" b="0" i="0" baseline="0" dirty="0"/>
            <a:t>Структура:</a:t>
          </a:r>
          <a:endParaRPr lang="ru-RU" dirty="0"/>
        </a:p>
      </dgm:t>
    </dgm:pt>
    <dgm:pt modelId="{A29A0AD0-91E4-4FCB-BE87-57EC0CF8CCFF}" type="parTrans" cxnId="{04D3D685-6BB2-4F11-A0EF-D5F52DDF34E0}">
      <dgm:prSet/>
      <dgm:spPr/>
      <dgm:t>
        <a:bodyPr/>
        <a:lstStyle/>
        <a:p>
          <a:endParaRPr lang="ru-RU"/>
        </a:p>
      </dgm:t>
    </dgm:pt>
    <dgm:pt modelId="{2B2927D5-B5CA-4A4E-825B-1DD0A92B050F}" type="sibTrans" cxnId="{04D3D685-6BB2-4F11-A0EF-D5F52DDF34E0}">
      <dgm:prSet/>
      <dgm:spPr/>
      <dgm:t>
        <a:bodyPr/>
        <a:lstStyle/>
        <a:p>
          <a:endParaRPr lang="ru-RU"/>
        </a:p>
      </dgm:t>
    </dgm:pt>
    <dgm:pt modelId="{82195C15-5A4B-41FF-B67F-6191D5EC38EF}">
      <dgm:prSet/>
      <dgm:spPr/>
      <dgm:t>
        <a:bodyPr/>
        <a:lstStyle/>
        <a:p>
          <a:r>
            <a:rPr lang="ru-RU" b="0" i="0" baseline="0"/>
            <a:t>Заголовочная часть (Тип 1)</a:t>
          </a:r>
          <a:endParaRPr lang="ru-RU"/>
        </a:p>
      </dgm:t>
    </dgm:pt>
    <dgm:pt modelId="{FBD64E76-E992-46A3-84BD-3BE6D114BE11}" type="parTrans" cxnId="{FC1193AA-70FE-4798-84E8-DEDCE5FA708A}">
      <dgm:prSet/>
      <dgm:spPr/>
      <dgm:t>
        <a:bodyPr/>
        <a:lstStyle/>
        <a:p>
          <a:endParaRPr lang="ru-RU"/>
        </a:p>
      </dgm:t>
    </dgm:pt>
    <dgm:pt modelId="{A6D54E6E-6EDF-4C01-8BDA-19C3A2750374}" type="sibTrans" cxnId="{FC1193AA-70FE-4798-84E8-DEDCE5FA708A}">
      <dgm:prSet/>
      <dgm:spPr/>
      <dgm:t>
        <a:bodyPr/>
        <a:lstStyle/>
        <a:p>
          <a:endParaRPr lang="ru-RU"/>
        </a:p>
      </dgm:t>
    </dgm:pt>
    <dgm:pt modelId="{E5E09B5E-E284-4B15-BF88-6FF63B491A46}">
      <dgm:prSet/>
      <dgm:spPr/>
      <dgm:t>
        <a:bodyPr/>
        <a:lstStyle/>
        <a:p>
          <a:r>
            <a:rPr lang="ru-RU" b="0" i="0" baseline="0"/>
            <a:t>Табличная предметная часть (Тип 2)</a:t>
          </a:r>
          <a:endParaRPr lang="ru-RU"/>
        </a:p>
      </dgm:t>
    </dgm:pt>
    <dgm:pt modelId="{3898FC4F-D623-4440-B162-D07E11A38999}" type="parTrans" cxnId="{F3BEC5E0-18AF-4491-809C-E1E1CEE42AFA}">
      <dgm:prSet/>
      <dgm:spPr/>
      <dgm:t>
        <a:bodyPr/>
        <a:lstStyle/>
        <a:p>
          <a:endParaRPr lang="ru-RU"/>
        </a:p>
      </dgm:t>
    </dgm:pt>
    <dgm:pt modelId="{9E0858CF-ADDF-4F57-A627-F541E2561497}" type="sibTrans" cxnId="{F3BEC5E0-18AF-4491-809C-E1E1CEE42AFA}">
      <dgm:prSet/>
      <dgm:spPr/>
      <dgm:t>
        <a:bodyPr/>
        <a:lstStyle/>
        <a:p>
          <a:endParaRPr lang="ru-RU"/>
        </a:p>
      </dgm:t>
    </dgm:pt>
    <dgm:pt modelId="{C75B8F20-45E6-4118-84A9-299889141E3C}">
      <dgm:prSet/>
      <dgm:spPr/>
      <dgm:t>
        <a:bodyPr/>
        <a:lstStyle/>
        <a:p>
          <a:r>
            <a:rPr lang="ru-RU" b="0" i="0" baseline="0"/>
            <a:t>Пояснительные надписи (Тип 4)</a:t>
          </a:r>
          <a:endParaRPr lang="ru-RU"/>
        </a:p>
      </dgm:t>
    </dgm:pt>
    <dgm:pt modelId="{4610618F-D80D-45B4-BD34-F43AA1B2134B}" type="parTrans" cxnId="{83C581E2-749D-498A-B56E-F9E3B0377A0D}">
      <dgm:prSet/>
      <dgm:spPr/>
      <dgm:t>
        <a:bodyPr/>
        <a:lstStyle/>
        <a:p>
          <a:endParaRPr lang="ru-RU"/>
        </a:p>
      </dgm:t>
    </dgm:pt>
    <dgm:pt modelId="{836C1408-8621-46C2-BF01-40302E8A2315}" type="sibTrans" cxnId="{83C581E2-749D-498A-B56E-F9E3B0377A0D}">
      <dgm:prSet/>
      <dgm:spPr/>
      <dgm:t>
        <a:bodyPr/>
        <a:lstStyle/>
        <a:p>
          <a:endParaRPr lang="ru-RU"/>
        </a:p>
      </dgm:t>
    </dgm:pt>
    <dgm:pt modelId="{93B6E921-0A7F-408C-B46F-A4AB3400B2BD}">
      <dgm:prSet/>
      <dgm:spPr/>
      <dgm:t>
        <a:bodyPr/>
        <a:lstStyle/>
        <a:p>
          <a:r>
            <a:rPr lang="ru-RU" b="0" i="0" baseline="0"/>
            <a:t>Примечания (Тип 2)</a:t>
          </a:r>
          <a:endParaRPr lang="ru-RU"/>
        </a:p>
      </dgm:t>
    </dgm:pt>
    <dgm:pt modelId="{EA1FB319-569C-4DA0-BE98-CF6F6192C32F}" type="parTrans" cxnId="{B387A903-DEF2-46E5-8214-3FCCCDD7CC1E}">
      <dgm:prSet/>
      <dgm:spPr/>
      <dgm:t>
        <a:bodyPr/>
        <a:lstStyle/>
        <a:p>
          <a:endParaRPr lang="ru-RU"/>
        </a:p>
      </dgm:t>
    </dgm:pt>
    <dgm:pt modelId="{0389C89E-E2DE-44E4-8917-B53E8B04FE44}" type="sibTrans" cxnId="{B387A903-DEF2-46E5-8214-3FCCCDD7CC1E}">
      <dgm:prSet/>
      <dgm:spPr/>
      <dgm:t>
        <a:bodyPr/>
        <a:lstStyle/>
        <a:p>
          <a:endParaRPr lang="ru-RU"/>
        </a:p>
      </dgm:t>
    </dgm:pt>
    <dgm:pt modelId="{32333A72-3FC2-465B-8A4E-0E086F24F03E}">
      <dgm:prSet/>
      <dgm:spPr/>
      <dgm:t>
        <a:bodyPr/>
        <a:lstStyle/>
        <a:p>
          <a:r>
            <a:rPr lang="ru-RU" b="0" i="0" baseline="0"/>
            <a:t>Оформительские элементы (Тип 3)</a:t>
          </a:r>
          <a:endParaRPr lang="ru-RU"/>
        </a:p>
      </dgm:t>
    </dgm:pt>
    <dgm:pt modelId="{2054AFFB-B232-4C55-99FD-8F10D4F4EB1D}" type="parTrans" cxnId="{77C82E3F-C5A4-45F2-B100-DA6CA89AFB9C}">
      <dgm:prSet/>
      <dgm:spPr/>
      <dgm:t>
        <a:bodyPr/>
        <a:lstStyle/>
        <a:p>
          <a:endParaRPr lang="ru-RU"/>
        </a:p>
      </dgm:t>
    </dgm:pt>
    <dgm:pt modelId="{53852730-8C6D-49EC-8D8F-613E68322FAE}" type="sibTrans" cxnId="{77C82E3F-C5A4-45F2-B100-DA6CA89AFB9C}">
      <dgm:prSet/>
      <dgm:spPr/>
      <dgm:t>
        <a:bodyPr/>
        <a:lstStyle/>
        <a:p>
          <a:endParaRPr lang="ru-RU"/>
        </a:p>
      </dgm:t>
    </dgm:pt>
    <dgm:pt modelId="{7A7B8A47-625B-4E0C-8104-C407CB860F9B}" type="pres">
      <dgm:prSet presAssocID="{BB02BE6A-9386-4E82-94E0-1196BD9BCCC3}" presName="linear" presStyleCnt="0">
        <dgm:presLayoutVars>
          <dgm:animLvl val="lvl"/>
          <dgm:resizeHandles val="exact"/>
        </dgm:presLayoutVars>
      </dgm:prSet>
      <dgm:spPr/>
    </dgm:pt>
    <dgm:pt modelId="{2E152E4F-AE5D-4486-96F4-DC949322E8CB}" type="pres">
      <dgm:prSet presAssocID="{153FF0F2-1244-4CC6-8839-71ACC8C2481F}" presName="parentText" presStyleLbl="node1" presStyleIdx="0" presStyleCnt="1" custLinFactNeighborX="1246" custLinFactNeighborY="-20176">
        <dgm:presLayoutVars>
          <dgm:chMax val="0"/>
          <dgm:bulletEnabled val="1"/>
        </dgm:presLayoutVars>
      </dgm:prSet>
      <dgm:spPr/>
    </dgm:pt>
    <dgm:pt modelId="{FFA4F5E7-53FE-4FC9-8195-F6F2DC30A2AE}" type="pres">
      <dgm:prSet presAssocID="{153FF0F2-1244-4CC6-8839-71ACC8C2481F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B387A903-DEF2-46E5-8214-3FCCCDD7CC1E}" srcId="{153FF0F2-1244-4CC6-8839-71ACC8C2481F}" destId="{93B6E921-0A7F-408C-B46F-A4AB3400B2BD}" srcOrd="3" destOrd="0" parTransId="{EA1FB319-569C-4DA0-BE98-CF6F6192C32F}" sibTransId="{0389C89E-E2DE-44E4-8917-B53E8B04FE44}"/>
    <dgm:cxn modelId="{031FC412-C5A8-4706-870C-D4D8CF277C48}" type="presOf" srcId="{E5E09B5E-E284-4B15-BF88-6FF63B491A46}" destId="{FFA4F5E7-53FE-4FC9-8195-F6F2DC30A2AE}" srcOrd="0" destOrd="1" presId="urn:microsoft.com/office/officeart/2005/8/layout/vList2"/>
    <dgm:cxn modelId="{F1825A1B-302D-4326-B82E-1669E805F9CC}" type="presOf" srcId="{BB02BE6A-9386-4E82-94E0-1196BD9BCCC3}" destId="{7A7B8A47-625B-4E0C-8104-C407CB860F9B}" srcOrd="0" destOrd="0" presId="urn:microsoft.com/office/officeart/2005/8/layout/vList2"/>
    <dgm:cxn modelId="{77C82E3F-C5A4-45F2-B100-DA6CA89AFB9C}" srcId="{153FF0F2-1244-4CC6-8839-71ACC8C2481F}" destId="{32333A72-3FC2-465B-8A4E-0E086F24F03E}" srcOrd="4" destOrd="0" parTransId="{2054AFFB-B232-4C55-99FD-8F10D4F4EB1D}" sibTransId="{53852730-8C6D-49EC-8D8F-613E68322FAE}"/>
    <dgm:cxn modelId="{4FF8905C-EFFE-40BB-BB47-6E7C900BB775}" type="presOf" srcId="{C75B8F20-45E6-4118-84A9-299889141E3C}" destId="{FFA4F5E7-53FE-4FC9-8195-F6F2DC30A2AE}" srcOrd="0" destOrd="2" presId="urn:microsoft.com/office/officeart/2005/8/layout/vList2"/>
    <dgm:cxn modelId="{A61D924C-BCA4-4963-B181-C83C9BC30D7F}" type="presOf" srcId="{153FF0F2-1244-4CC6-8839-71ACC8C2481F}" destId="{2E152E4F-AE5D-4486-96F4-DC949322E8CB}" srcOrd="0" destOrd="0" presId="urn:microsoft.com/office/officeart/2005/8/layout/vList2"/>
    <dgm:cxn modelId="{6B1BA04D-EE38-4F6A-931E-B9DB14BE3F37}" type="presOf" srcId="{82195C15-5A4B-41FF-B67F-6191D5EC38EF}" destId="{FFA4F5E7-53FE-4FC9-8195-F6F2DC30A2AE}" srcOrd="0" destOrd="0" presId="urn:microsoft.com/office/officeart/2005/8/layout/vList2"/>
    <dgm:cxn modelId="{D9C87479-23AE-4C77-B44D-C48CFB7D8AD7}" type="presOf" srcId="{93B6E921-0A7F-408C-B46F-A4AB3400B2BD}" destId="{FFA4F5E7-53FE-4FC9-8195-F6F2DC30A2AE}" srcOrd="0" destOrd="3" presId="urn:microsoft.com/office/officeart/2005/8/layout/vList2"/>
    <dgm:cxn modelId="{04D3D685-6BB2-4F11-A0EF-D5F52DDF34E0}" srcId="{BB02BE6A-9386-4E82-94E0-1196BD9BCCC3}" destId="{153FF0F2-1244-4CC6-8839-71ACC8C2481F}" srcOrd="0" destOrd="0" parTransId="{A29A0AD0-91E4-4FCB-BE87-57EC0CF8CCFF}" sibTransId="{2B2927D5-B5CA-4A4E-825B-1DD0A92B050F}"/>
    <dgm:cxn modelId="{C711A58A-CAA7-4BD2-8B1B-FCA62CBB605E}" type="presOf" srcId="{32333A72-3FC2-465B-8A4E-0E086F24F03E}" destId="{FFA4F5E7-53FE-4FC9-8195-F6F2DC30A2AE}" srcOrd="0" destOrd="4" presId="urn:microsoft.com/office/officeart/2005/8/layout/vList2"/>
    <dgm:cxn modelId="{FC1193AA-70FE-4798-84E8-DEDCE5FA708A}" srcId="{153FF0F2-1244-4CC6-8839-71ACC8C2481F}" destId="{82195C15-5A4B-41FF-B67F-6191D5EC38EF}" srcOrd="0" destOrd="0" parTransId="{FBD64E76-E992-46A3-84BD-3BE6D114BE11}" sibTransId="{A6D54E6E-6EDF-4C01-8BDA-19C3A2750374}"/>
    <dgm:cxn modelId="{F3BEC5E0-18AF-4491-809C-E1E1CEE42AFA}" srcId="{153FF0F2-1244-4CC6-8839-71ACC8C2481F}" destId="{E5E09B5E-E284-4B15-BF88-6FF63B491A46}" srcOrd="1" destOrd="0" parTransId="{3898FC4F-D623-4440-B162-D07E11A38999}" sibTransId="{9E0858CF-ADDF-4F57-A627-F541E2561497}"/>
    <dgm:cxn modelId="{83C581E2-749D-498A-B56E-F9E3B0377A0D}" srcId="{153FF0F2-1244-4CC6-8839-71ACC8C2481F}" destId="{C75B8F20-45E6-4118-84A9-299889141E3C}" srcOrd="2" destOrd="0" parTransId="{4610618F-D80D-45B4-BD34-F43AA1B2134B}" sibTransId="{836C1408-8621-46C2-BF01-40302E8A2315}"/>
    <dgm:cxn modelId="{A87AADD5-154A-4F83-8E92-C65A582A3CAF}" type="presParOf" srcId="{7A7B8A47-625B-4E0C-8104-C407CB860F9B}" destId="{2E152E4F-AE5D-4486-96F4-DC949322E8CB}" srcOrd="0" destOrd="0" presId="urn:microsoft.com/office/officeart/2005/8/layout/vList2"/>
    <dgm:cxn modelId="{03C35D6F-501F-48B5-BB77-0F31FC38E7DC}" type="presParOf" srcId="{7A7B8A47-625B-4E0C-8104-C407CB860F9B}" destId="{FFA4F5E7-53FE-4FC9-8195-F6F2DC30A2AE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FC0798B-30F0-4994-94D3-F2F1FB458B87}" type="doc">
      <dgm:prSet loTypeId="urn:microsoft.com/office/officeart/2005/8/layout/vList2" loCatId="list" qsTypeId="urn:microsoft.com/office/officeart/2005/8/quickstyle/simple3" qsCatId="simple" csTypeId="urn:microsoft.com/office/officeart/2005/8/colors/accent1_2" csCatId="accent1"/>
      <dgm:spPr/>
      <dgm:t>
        <a:bodyPr/>
        <a:lstStyle/>
        <a:p>
          <a:endParaRPr lang="ru-RU"/>
        </a:p>
      </dgm:t>
    </dgm:pt>
    <dgm:pt modelId="{A7219CAD-826B-4C57-87CD-937D1D97D651}">
      <dgm:prSet/>
      <dgm:spPr/>
      <dgm:t>
        <a:bodyPr/>
        <a:lstStyle/>
        <a:p>
          <a:r>
            <a:rPr lang="ru-RU" b="0" i="0" baseline="0"/>
            <a:t>Операционная деятельность:</a:t>
          </a:r>
          <a:endParaRPr lang="ru-RU"/>
        </a:p>
      </dgm:t>
    </dgm:pt>
    <dgm:pt modelId="{3B9622A4-5F9E-493F-9C52-83289FA316CD}" type="parTrans" cxnId="{7A82574F-824F-4B19-A995-B133BADDC5A9}">
      <dgm:prSet/>
      <dgm:spPr/>
      <dgm:t>
        <a:bodyPr/>
        <a:lstStyle/>
        <a:p>
          <a:endParaRPr lang="ru-RU"/>
        </a:p>
      </dgm:t>
    </dgm:pt>
    <dgm:pt modelId="{BC7BB0F6-4268-4797-BCB3-9F4F82C5C3B4}" type="sibTrans" cxnId="{7A82574F-824F-4B19-A995-B133BADDC5A9}">
      <dgm:prSet/>
      <dgm:spPr/>
      <dgm:t>
        <a:bodyPr/>
        <a:lstStyle/>
        <a:p>
          <a:endParaRPr lang="ru-RU"/>
        </a:p>
      </dgm:t>
    </dgm:pt>
    <dgm:pt modelId="{4FDE13A1-F850-4414-8C90-99410EC01255}">
      <dgm:prSet/>
      <dgm:spPr/>
      <dgm:t>
        <a:bodyPr/>
        <a:lstStyle/>
        <a:p>
          <a:r>
            <a:rPr lang="ru-RU" b="0" i="0" baseline="0"/>
            <a:t>Процентные доходы/расходы, комиссии, дивиденды, административные расходы, налог на прибыль, чистые ДС от ОД</a:t>
          </a:r>
          <a:endParaRPr lang="ru-RU"/>
        </a:p>
      </dgm:t>
    </dgm:pt>
    <dgm:pt modelId="{C90A7D5D-3777-48DE-A6D7-57548DFE9CA8}" type="parTrans" cxnId="{5475DCD7-2B53-466B-AD57-EE71EEEF9061}">
      <dgm:prSet/>
      <dgm:spPr/>
      <dgm:t>
        <a:bodyPr/>
        <a:lstStyle/>
        <a:p>
          <a:endParaRPr lang="ru-RU"/>
        </a:p>
      </dgm:t>
    </dgm:pt>
    <dgm:pt modelId="{EF85CEDF-2719-4E14-B338-4387C0458CF0}" type="sibTrans" cxnId="{5475DCD7-2B53-466B-AD57-EE71EEEF9061}">
      <dgm:prSet/>
      <dgm:spPr/>
      <dgm:t>
        <a:bodyPr/>
        <a:lstStyle/>
        <a:p>
          <a:endParaRPr lang="ru-RU"/>
        </a:p>
      </dgm:t>
    </dgm:pt>
    <dgm:pt modelId="{7A955F75-4609-4B9B-9312-A81D279A3093}">
      <dgm:prSet/>
      <dgm:spPr/>
      <dgm:t>
        <a:bodyPr/>
        <a:lstStyle/>
        <a:p>
          <a:r>
            <a:rPr lang="ru-RU" b="0" i="0" baseline="0"/>
            <a:t>Инвестиционная деятельность:</a:t>
          </a:r>
          <a:endParaRPr lang="ru-RU"/>
        </a:p>
      </dgm:t>
    </dgm:pt>
    <dgm:pt modelId="{7B66CAE1-89D7-499B-8AD9-07A96DE2EDA0}" type="parTrans" cxnId="{792E8A6D-9DA8-4F3E-BF26-40010B25BB41}">
      <dgm:prSet/>
      <dgm:spPr/>
      <dgm:t>
        <a:bodyPr/>
        <a:lstStyle/>
        <a:p>
          <a:endParaRPr lang="ru-RU"/>
        </a:p>
      </dgm:t>
    </dgm:pt>
    <dgm:pt modelId="{820E68EC-F32D-48C7-ACDF-E4B2485BF635}" type="sibTrans" cxnId="{792E8A6D-9DA8-4F3E-BF26-40010B25BB41}">
      <dgm:prSet/>
      <dgm:spPr/>
      <dgm:t>
        <a:bodyPr/>
        <a:lstStyle/>
        <a:p>
          <a:endParaRPr lang="ru-RU"/>
        </a:p>
      </dgm:t>
    </dgm:pt>
    <dgm:pt modelId="{4210905F-6B5E-46A5-AFD9-B4921F0285A9}">
      <dgm:prSet/>
      <dgm:spPr/>
      <dgm:t>
        <a:bodyPr/>
        <a:lstStyle/>
        <a:p>
          <a:r>
            <a:rPr lang="ru-RU" b="0" i="0" baseline="0"/>
            <a:t>Вложения в ОС, выручка от ОС, чистые ДС в ИД</a:t>
          </a:r>
          <a:endParaRPr lang="ru-RU"/>
        </a:p>
      </dgm:t>
    </dgm:pt>
    <dgm:pt modelId="{C4DF52DA-4E32-4A99-8F7A-109323FC87D6}" type="parTrans" cxnId="{65DA4E87-4BED-4A2D-B562-B4BF069BC11E}">
      <dgm:prSet/>
      <dgm:spPr/>
      <dgm:t>
        <a:bodyPr/>
        <a:lstStyle/>
        <a:p>
          <a:endParaRPr lang="ru-RU"/>
        </a:p>
      </dgm:t>
    </dgm:pt>
    <dgm:pt modelId="{5CE89644-7D90-416D-B831-730C0A59E3A5}" type="sibTrans" cxnId="{65DA4E87-4BED-4A2D-B562-B4BF069BC11E}">
      <dgm:prSet/>
      <dgm:spPr/>
      <dgm:t>
        <a:bodyPr/>
        <a:lstStyle/>
        <a:p>
          <a:endParaRPr lang="ru-RU"/>
        </a:p>
      </dgm:t>
    </dgm:pt>
    <dgm:pt modelId="{DF4876FA-1045-4D49-BAEA-67DF8C97EC1F}">
      <dgm:prSet/>
      <dgm:spPr/>
      <dgm:t>
        <a:bodyPr/>
        <a:lstStyle/>
        <a:p>
          <a:r>
            <a:rPr lang="ru-RU" b="0" i="0" baseline="0"/>
            <a:t>Финансовая деятельность:</a:t>
          </a:r>
          <a:endParaRPr lang="ru-RU"/>
        </a:p>
      </dgm:t>
    </dgm:pt>
    <dgm:pt modelId="{F70BD910-02A6-49CC-9863-A152F4B619EB}" type="parTrans" cxnId="{883341EA-161D-4B99-81C8-B6E3EF41C9BB}">
      <dgm:prSet/>
      <dgm:spPr/>
      <dgm:t>
        <a:bodyPr/>
        <a:lstStyle/>
        <a:p>
          <a:endParaRPr lang="ru-RU"/>
        </a:p>
      </dgm:t>
    </dgm:pt>
    <dgm:pt modelId="{EA019D5B-A7C3-47A0-87E2-D8DA2D6EB189}" type="sibTrans" cxnId="{883341EA-161D-4B99-81C8-B6E3EF41C9BB}">
      <dgm:prSet/>
      <dgm:spPr/>
      <dgm:t>
        <a:bodyPr/>
        <a:lstStyle/>
        <a:p>
          <a:endParaRPr lang="ru-RU"/>
        </a:p>
      </dgm:t>
    </dgm:pt>
    <dgm:pt modelId="{4DE85FFF-059A-4772-993D-BB8C6B3AF4D0}">
      <dgm:prSet/>
      <dgm:spPr/>
      <dgm:t>
        <a:bodyPr/>
        <a:lstStyle/>
        <a:p>
          <a:r>
            <a:rPr lang="ru-RU" b="0" i="0" baseline="0"/>
            <a:t>Займы, выкуп акций, выплаты акционерам, чистые ДС в ФД</a:t>
          </a:r>
          <a:endParaRPr lang="ru-RU"/>
        </a:p>
      </dgm:t>
    </dgm:pt>
    <dgm:pt modelId="{ED2DE981-7D4B-4E91-9E46-5DE34D51B6CE}" type="parTrans" cxnId="{D2B2D50E-E7C9-40E3-B297-B7865E6E0D67}">
      <dgm:prSet/>
      <dgm:spPr/>
      <dgm:t>
        <a:bodyPr/>
        <a:lstStyle/>
        <a:p>
          <a:endParaRPr lang="ru-RU"/>
        </a:p>
      </dgm:t>
    </dgm:pt>
    <dgm:pt modelId="{6A5484B1-E804-41E1-AD5A-89EB8D921AE9}" type="sibTrans" cxnId="{D2B2D50E-E7C9-40E3-B297-B7865E6E0D67}">
      <dgm:prSet/>
      <dgm:spPr/>
      <dgm:t>
        <a:bodyPr/>
        <a:lstStyle/>
        <a:p>
          <a:endParaRPr lang="ru-RU"/>
        </a:p>
      </dgm:t>
    </dgm:pt>
    <dgm:pt modelId="{2BD17236-E472-429A-96ED-DED402CFA70D}">
      <dgm:prSet/>
      <dgm:spPr/>
      <dgm:t>
        <a:bodyPr/>
        <a:lstStyle/>
        <a:p>
          <a:r>
            <a:rPr lang="ru-RU" b="0" i="0" baseline="0"/>
            <a:t>Итоговые: курсовые разницы, остатки на начало/конец</a:t>
          </a:r>
          <a:endParaRPr lang="ru-RU"/>
        </a:p>
      </dgm:t>
    </dgm:pt>
    <dgm:pt modelId="{4CA7B324-8052-4C01-A939-8575FA47F4A2}" type="parTrans" cxnId="{E1097838-4073-491B-A8AA-BB32F7DC9B6C}">
      <dgm:prSet/>
      <dgm:spPr/>
      <dgm:t>
        <a:bodyPr/>
        <a:lstStyle/>
        <a:p>
          <a:endParaRPr lang="ru-RU"/>
        </a:p>
      </dgm:t>
    </dgm:pt>
    <dgm:pt modelId="{7858AC40-88FA-47F1-832E-19CFF479DE1C}" type="sibTrans" cxnId="{E1097838-4073-491B-A8AA-BB32F7DC9B6C}">
      <dgm:prSet/>
      <dgm:spPr/>
      <dgm:t>
        <a:bodyPr/>
        <a:lstStyle/>
        <a:p>
          <a:endParaRPr lang="ru-RU"/>
        </a:p>
      </dgm:t>
    </dgm:pt>
    <dgm:pt modelId="{915E6ECD-98FA-4EEA-8EAC-8B39A8C827C5}" type="pres">
      <dgm:prSet presAssocID="{6FC0798B-30F0-4994-94D3-F2F1FB458B87}" presName="linear" presStyleCnt="0">
        <dgm:presLayoutVars>
          <dgm:animLvl val="lvl"/>
          <dgm:resizeHandles val="exact"/>
        </dgm:presLayoutVars>
      </dgm:prSet>
      <dgm:spPr/>
    </dgm:pt>
    <dgm:pt modelId="{86C7A897-EC0A-4987-95FD-B81D4BDF9663}" type="pres">
      <dgm:prSet presAssocID="{A7219CAD-826B-4C57-87CD-937D1D97D65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DECC07A-CEF5-448A-B462-2BF57AFB19AC}" type="pres">
      <dgm:prSet presAssocID="{A7219CAD-826B-4C57-87CD-937D1D97D651}" presName="childText" presStyleLbl="revTx" presStyleIdx="0" presStyleCnt="3">
        <dgm:presLayoutVars>
          <dgm:bulletEnabled val="1"/>
        </dgm:presLayoutVars>
      </dgm:prSet>
      <dgm:spPr/>
    </dgm:pt>
    <dgm:pt modelId="{1E722938-1523-48C1-A98C-7A0EE0DA8147}" type="pres">
      <dgm:prSet presAssocID="{7A955F75-4609-4B9B-9312-A81D279A309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6E7D450-787E-4818-850E-94AF6D3CB972}" type="pres">
      <dgm:prSet presAssocID="{7A955F75-4609-4B9B-9312-A81D279A3093}" presName="childText" presStyleLbl="revTx" presStyleIdx="1" presStyleCnt="3">
        <dgm:presLayoutVars>
          <dgm:bulletEnabled val="1"/>
        </dgm:presLayoutVars>
      </dgm:prSet>
      <dgm:spPr/>
    </dgm:pt>
    <dgm:pt modelId="{DAB8F8FB-8B66-4922-A3BB-4E53E6F87EB5}" type="pres">
      <dgm:prSet presAssocID="{DF4876FA-1045-4D49-BAEA-67DF8C97EC1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853EF6D-1F28-404D-89C3-59232ED65AAD}" type="pres">
      <dgm:prSet presAssocID="{DF4876FA-1045-4D49-BAEA-67DF8C97EC1F}" presName="childText" presStyleLbl="revTx" presStyleIdx="2" presStyleCnt="3">
        <dgm:presLayoutVars>
          <dgm:bulletEnabled val="1"/>
        </dgm:presLayoutVars>
      </dgm:prSet>
      <dgm:spPr/>
    </dgm:pt>
    <dgm:pt modelId="{1E6E4AE3-1BA1-4457-AF0A-1086543AD108}" type="pres">
      <dgm:prSet presAssocID="{2BD17236-E472-429A-96ED-DED402CFA70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D3CDA00-3F21-4673-AD91-54ABA7CF5A04}" type="presOf" srcId="{DF4876FA-1045-4D49-BAEA-67DF8C97EC1F}" destId="{DAB8F8FB-8B66-4922-A3BB-4E53E6F87EB5}" srcOrd="0" destOrd="0" presId="urn:microsoft.com/office/officeart/2005/8/layout/vList2"/>
    <dgm:cxn modelId="{D2B2D50E-E7C9-40E3-B297-B7865E6E0D67}" srcId="{DF4876FA-1045-4D49-BAEA-67DF8C97EC1F}" destId="{4DE85FFF-059A-4772-993D-BB8C6B3AF4D0}" srcOrd="0" destOrd="0" parTransId="{ED2DE981-7D4B-4E91-9E46-5DE34D51B6CE}" sibTransId="{6A5484B1-E804-41E1-AD5A-89EB8D921AE9}"/>
    <dgm:cxn modelId="{E1097838-4073-491B-A8AA-BB32F7DC9B6C}" srcId="{6FC0798B-30F0-4994-94D3-F2F1FB458B87}" destId="{2BD17236-E472-429A-96ED-DED402CFA70D}" srcOrd="3" destOrd="0" parTransId="{4CA7B324-8052-4C01-A939-8575FA47F4A2}" sibTransId="{7858AC40-88FA-47F1-832E-19CFF479DE1C}"/>
    <dgm:cxn modelId="{792E8A6D-9DA8-4F3E-BF26-40010B25BB41}" srcId="{6FC0798B-30F0-4994-94D3-F2F1FB458B87}" destId="{7A955F75-4609-4B9B-9312-A81D279A3093}" srcOrd="1" destOrd="0" parTransId="{7B66CAE1-89D7-499B-8AD9-07A96DE2EDA0}" sibTransId="{820E68EC-F32D-48C7-ACDF-E4B2485BF635}"/>
    <dgm:cxn modelId="{7A82574F-824F-4B19-A995-B133BADDC5A9}" srcId="{6FC0798B-30F0-4994-94D3-F2F1FB458B87}" destId="{A7219CAD-826B-4C57-87CD-937D1D97D651}" srcOrd="0" destOrd="0" parTransId="{3B9622A4-5F9E-493F-9C52-83289FA316CD}" sibTransId="{BC7BB0F6-4268-4797-BCB3-9F4F82C5C3B4}"/>
    <dgm:cxn modelId="{54449D81-7078-4A0B-8122-63D567CF21A3}" type="presOf" srcId="{4DE85FFF-059A-4772-993D-BB8C6B3AF4D0}" destId="{A853EF6D-1F28-404D-89C3-59232ED65AAD}" srcOrd="0" destOrd="0" presId="urn:microsoft.com/office/officeart/2005/8/layout/vList2"/>
    <dgm:cxn modelId="{55473A83-51EB-4C44-A84C-CC1B592E8A74}" type="presOf" srcId="{7A955F75-4609-4B9B-9312-A81D279A3093}" destId="{1E722938-1523-48C1-A98C-7A0EE0DA8147}" srcOrd="0" destOrd="0" presId="urn:microsoft.com/office/officeart/2005/8/layout/vList2"/>
    <dgm:cxn modelId="{65DA4E87-4BED-4A2D-B562-B4BF069BC11E}" srcId="{7A955F75-4609-4B9B-9312-A81D279A3093}" destId="{4210905F-6B5E-46A5-AFD9-B4921F0285A9}" srcOrd="0" destOrd="0" parTransId="{C4DF52DA-4E32-4A99-8F7A-109323FC87D6}" sibTransId="{5CE89644-7D90-416D-B831-730C0A59E3A5}"/>
    <dgm:cxn modelId="{D85E4BA7-17AD-481E-AC7C-FB9F3A944A8F}" type="presOf" srcId="{A7219CAD-826B-4C57-87CD-937D1D97D651}" destId="{86C7A897-EC0A-4987-95FD-B81D4BDF9663}" srcOrd="0" destOrd="0" presId="urn:microsoft.com/office/officeart/2005/8/layout/vList2"/>
    <dgm:cxn modelId="{A98398A8-8917-4E8E-BB6A-CCD40AAD1E52}" type="presOf" srcId="{2BD17236-E472-429A-96ED-DED402CFA70D}" destId="{1E6E4AE3-1BA1-4457-AF0A-1086543AD108}" srcOrd="0" destOrd="0" presId="urn:microsoft.com/office/officeart/2005/8/layout/vList2"/>
    <dgm:cxn modelId="{B8E073C8-C60C-4651-86C8-6156D24CEE58}" type="presOf" srcId="{4FDE13A1-F850-4414-8C90-99410EC01255}" destId="{7DECC07A-CEF5-448A-B462-2BF57AFB19AC}" srcOrd="0" destOrd="0" presId="urn:microsoft.com/office/officeart/2005/8/layout/vList2"/>
    <dgm:cxn modelId="{F8DB64CF-27E7-4227-BDEC-41FC1113323F}" type="presOf" srcId="{6FC0798B-30F0-4994-94D3-F2F1FB458B87}" destId="{915E6ECD-98FA-4EEA-8EAC-8B39A8C827C5}" srcOrd="0" destOrd="0" presId="urn:microsoft.com/office/officeart/2005/8/layout/vList2"/>
    <dgm:cxn modelId="{5475DCD7-2B53-466B-AD57-EE71EEEF9061}" srcId="{A7219CAD-826B-4C57-87CD-937D1D97D651}" destId="{4FDE13A1-F850-4414-8C90-99410EC01255}" srcOrd="0" destOrd="0" parTransId="{C90A7D5D-3777-48DE-A6D7-57548DFE9CA8}" sibTransId="{EF85CEDF-2719-4E14-B338-4387C0458CF0}"/>
    <dgm:cxn modelId="{DD25DBDF-FF12-4F3A-862B-7F221E816DCA}" type="presOf" srcId="{4210905F-6B5E-46A5-AFD9-B4921F0285A9}" destId="{46E7D450-787E-4818-850E-94AF6D3CB972}" srcOrd="0" destOrd="0" presId="urn:microsoft.com/office/officeart/2005/8/layout/vList2"/>
    <dgm:cxn modelId="{883341EA-161D-4B99-81C8-B6E3EF41C9BB}" srcId="{6FC0798B-30F0-4994-94D3-F2F1FB458B87}" destId="{DF4876FA-1045-4D49-BAEA-67DF8C97EC1F}" srcOrd="2" destOrd="0" parTransId="{F70BD910-02A6-49CC-9863-A152F4B619EB}" sibTransId="{EA019D5B-A7C3-47A0-87E2-D8DA2D6EB189}"/>
    <dgm:cxn modelId="{E74E2C43-18DC-4731-918D-F9C0D14672E7}" type="presParOf" srcId="{915E6ECD-98FA-4EEA-8EAC-8B39A8C827C5}" destId="{86C7A897-EC0A-4987-95FD-B81D4BDF9663}" srcOrd="0" destOrd="0" presId="urn:microsoft.com/office/officeart/2005/8/layout/vList2"/>
    <dgm:cxn modelId="{2C626B1A-9DDF-4415-BDDB-BA7DCB2BF0BE}" type="presParOf" srcId="{915E6ECD-98FA-4EEA-8EAC-8B39A8C827C5}" destId="{7DECC07A-CEF5-448A-B462-2BF57AFB19AC}" srcOrd="1" destOrd="0" presId="urn:microsoft.com/office/officeart/2005/8/layout/vList2"/>
    <dgm:cxn modelId="{17612163-8CD8-4B67-B023-B7CB1282A467}" type="presParOf" srcId="{915E6ECD-98FA-4EEA-8EAC-8B39A8C827C5}" destId="{1E722938-1523-48C1-A98C-7A0EE0DA8147}" srcOrd="2" destOrd="0" presId="urn:microsoft.com/office/officeart/2005/8/layout/vList2"/>
    <dgm:cxn modelId="{41BD7095-6909-4833-AAED-B9151F84FA99}" type="presParOf" srcId="{915E6ECD-98FA-4EEA-8EAC-8B39A8C827C5}" destId="{46E7D450-787E-4818-850E-94AF6D3CB972}" srcOrd="3" destOrd="0" presId="urn:microsoft.com/office/officeart/2005/8/layout/vList2"/>
    <dgm:cxn modelId="{D8BED1F6-6023-4787-90BD-05C44E506385}" type="presParOf" srcId="{915E6ECD-98FA-4EEA-8EAC-8B39A8C827C5}" destId="{DAB8F8FB-8B66-4922-A3BB-4E53E6F87EB5}" srcOrd="4" destOrd="0" presId="urn:microsoft.com/office/officeart/2005/8/layout/vList2"/>
    <dgm:cxn modelId="{A2FD315A-9C47-4CD5-9DD3-9CAA6E8C2780}" type="presParOf" srcId="{915E6ECD-98FA-4EEA-8EAC-8B39A8C827C5}" destId="{A853EF6D-1F28-404D-89C3-59232ED65AAD}" srcOrd="5" destOrd="0" presId="urn:microsoft.com/office/officeart/2005/8/layout/vList2"/>
    <dgm:cxn modelId="{24246498-0BDC-4A90-9863-207FCA31A705}" type="presParOf" srcId="{915E6ECD-98FA-4EEA-8EAC-8B39A8C827C5}" destId="{1E6E4AE3-1BA1-4457-AF0A-1086543AD10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25E7740-550D-4742-8501-11EF64E452CB}" type="doc">
      <dgm:prSet loTypeId="urn:microsoft.com/office/officeart/2005/8/layout/vList2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C9B1FB15-EBEC-44D8-960B-C7DA5AD4FA44}">
      <dgm:prSet/>
      <dgm:spPr/>
      <dgm:t>
        <a:bodyPr/>
        <a:lstStyle/>
        <a:p>
          <a:r>
            <a:rPr lang="ru-RU" b="0" i="0" baseline="0"/>
            <a:t>Экономические реквизиты (признаки):</a:t>
          </a:r>
          <a:endParaRPr lang="ru-RU"/>
        </a:p>
      </dgm:t>
    </dgm:pt>
    <dgm:pt modelId="{F4F3155C-8CE0-4BB1-B0CF-0F1DB34C3904}" type="parTrans" cxnId="{00469134-F7BB-4184-958B-743894D7A74E}">
      <dgm:prSet/>
      <dgm:spPr/>
      <dgm:t>
        <a:bodyPr/>
        <a:lstStyle/>
        <a:p>
          <a:endParaRPr lang="ru-RU"/>
        </a:p>
      </dgm:t>
    </dgm:pt>
    <dgm:pt modelId="{C81B1AE2-97A9-4E9F-94C0-3F0E19A73F32}" type="sibTrans" cxnId="{00469134-F7BB-4184-958B-743894D7A74E}">
      <dgm:prSet/>
      <dgm:spPr/>
      <dgm:t>
        <a:bodyPr/>
        <a:lstStyle/>
        <a:p>
          <a:endParaRPr lang="ru-RU"/>
        </a:p>
      </dgm:t>
    </dgm:pt>
    <dgm:pt modelId="{6E2BE1E3-396D-48C4-B419-909F865D9C1D}">
      <dgm:prSet/>
      <dgm:spPr/>
      <dgm:t>
        <a:bodyPr/>
        <a:lstStyle/>
        <a:p>
          <a:r>
            <a:rPr lang="ru-RU" b="0" i="0" baseline="0" dirty="0"/>
            <a:t>Наименование организации – ПАО «</a:t>
          </a:r>
          <a:r>
            <a:rPr lang="ru-RU" b="0" i="0" baseline="0" dirty="0" err="1"/>
            <a:t>Сбер</a:t>
          </a:r>
          <a:r>
            <a:rPr lang="ru-RU" b="0" i="0" baseline="0" dirty="0"/>
            <a:t>»</a:t>
          </a:r>
          <a:endParaRPr lang="ru-RU" dirty="0"/>
        </a:p>
      </dgm:t>
    </dgm:pt>
    <dgm:pt modelId="{A680617D-0F1F-4100-8658-DDFC9B8D62D5}" type="parTrans" cxnId="{A41CB1CD-5E5A-4D83-9447-D40E1E344E01}">
      <dgm:prSet/>
      <dgm:spPr/>
      <dgm:t>
        <a:bodyPr/>
        <a:lstStyle/>
        <a:p>
          <a:endParaRPr lang="ru-RU"/>
        </a:p>
      </dgm:t>
    </dgm:pt>
    <dgm:pt modelId="{7025E285-A726-4E6C-B9C0-499534DFAE17}" type="sibTrans" cxnId="{A41CB1CD-5E5A-4D83-9447-D40E1E344E01}">
      <dgm:prSet/>
      <dgm:spPr/>
      <dgm:t>
        <a:bodyPr/>
        <a:lstStyle/>
        <a:p>
          <a:endParaRPr lang="ru-RU"/>
        </a:p>
      </dgm:t>
    </dgm:pt>
    <dgm:pt modelId="{0A825493-1083-4D30-913F-C939103E2FD7}">
      <dgm:prSet/>
      <dgm:spPr/>
      <dgm:t>
        <a:bodyPr/>
        <a:lstStyle/>
        <a:p>
          <a:r>
            <a:rPr lang="ru-RU" b="0" i="0" baseline="0"/>
            <a:t>Финансовые реквизиты (основания):</a:t>
          </a:r>
          <a:endParaRPr lang="ru-RU"/>
        </a:p>
      </dgm:t>
    </dgm:pt>
    <dgm:pt modelId="{D9EA666E-D66B-423A-818D-042C817D5A74}" type="parTrans" cxnId="{1457672A-6BAA-4E04-98A8-A5B40B7AE23A}">
      <dgm:prSet/>
      <dgm:spPr/>
      <dgm:t>
        <a:bodyPr/>
        <a:lstStyle/>
        <a:p>
          <a:endParaRPr lang="ru-RU"/>
        </a:p>
      </dgm:t>
    </dgm:pt>
    <dgm:pt modelId="{79B1D763-C3AB-4521-BD78-382F9916B545}" type="sibTrans" cxnId="{1457672A-6BAA-4E04-98A8-A5B40B7AE23A}">
      <dgm:prSet/>
      <dgm:spPr/>
      <dgm:t>
        <a:bodyPr/>
        <a:lstStyle/>
        <a:p>
          <a:endParaRPr lang="ru-RU"/>
        </a:p>
      </dgm:t>
    </dgm:pt>
    <dgm:pt modelId="{68570216-26A9-4529-8952-0138BA3A8476}">
      <dgm:prSet/>
      <dgm:spPr/>
      <dgm:t>
        <a:bodyPr/>
        <a:lstStyle/>
        <a:p>
          <a:r>
            <a:rPr lang="ru-RU" b="0" i="0" baseline="0"/>
            <a:t>Все денежные показатели в млрд руб. (проценты, комиссии, дивиденды, налоги, вложения в ОС, займы, остатки ДС и др.)</a:t>
          </a:r>
          <a:endParaRPr lang="ru-RU"/>
        </a:p>
      </dgm:t>
    </dgm:pt>
    <dgm:pt modelId="{ED3019E6-386C-454F-B3C3-D2461F304BB4}" type="parTrans" cxnId="{86C54AA5-29D8-4460-92F4-9565D6A66976}">
      <dgm:prSet/>
      <dgm:spPr/>
      <dgm:t>
        <a:bodyPr/>
        <a:lstStyle/>
        <a:p>
          <a:endParaRPr lang="ru-RU"/>
        </a:p>
      </dgm:t>
    </dgm:pt>
    <dgm:pt modelId="{625F3807-83F2-40B6-9F90-0DBDBAA6DA8B}" type="sibTrans" cxnId="{86C54AA5-29D8-4460-92F4-9565D6A66976}">
      <dgm:prSet/>
      <dgm:spPr/>
      <dgm:t>
        <a:bodyPr/>
        <a:lstStyle/>
        <a:p>
          <a:endParaRPr lang="ru-RU"/>
        </a:p>
      </dgm:t>
    </dgm:pt>
    <dgm:pt modelId="{3B467DD4-02BB-4DDC-9D53-CA680D78916E}">
      <dgm:prSet/>
      <dgm:spPr/>
      <dgm:t>
        <a:bodyPr/>
        <a:lstStyle/>
        <a:p>
          <a:r>
            <a:rPr lang="ru-RU" b="0" i="0" baseline="0" dirty="0"/>
            <a:t>Вид отчетности – промежуточный</a:t>
          </a:r>
        </a:p>
      </dgm:t>
    </dgm:pt>
    <dgm:pt modelId="{8F43F7E1-0F0E-497C-9F5C-01C689CA7B42}" type="parTrans" cxnId="{BB59F41E-7319-4AB3-8A95-A491C681C35B}">
      <dgm:prSet/>
      <dgm:spPr/>
      <dgm:t>
        <a:bodyPr/>
        <a:lstStyle/>
        <a:p>
          <a:endParaRPr lang="ru-RU"/>
        </a:p>
      </dgm:t>
    </dgm:pt>
    <dgm:pt modelId="{F65C9E99-668E-4471-8534-49E071D931BE}" type="sibTrans" cxnId="{BB59F41E-7319-4AB3-8A95-A491C681C35B}">
      <dgm:prSet/>
      <dgm:spPr/>
      <dgm:t>
        <a:bodyPr/>
        <a:lstStyle/>
        <a:p>
          <a:endParaRPr lang="ru-RU"/>
        </a:p>
      </dgm:t>
    </dgm:pt>
    <dgm:pt modelId="{95C00EBE-087F-483A-827E-E44185F17233}">
      <dgm:prSet/>
      <dgm:spPr/>
      <dgm:t>
        <a:bodyPr/>
        <a:lstStyle/>
        <a:p>
          <a:r>
            <a:rPr lang="ru-RU" b="0" i="0" baseline="0" dirty="0"/>
            <a:t>Характер отчетности – консолидированный</a:t>
          </a:r>
        </a:p>
      </dgm:t>
    </dgm:pt>
    <dgm:pt modelId="{C82FFA96-2105-444D-834C-34624BAE00BB}" type="parTrans" cxnId="{98669875-24FC-422B-8FB9-ECA204ECEDB3}">
      <dgm:prSet/>
      <dgm:spPr/>
      <dgm:t>
        <a:bodyPr/>
        <a:lstStyle/>
        <a:p>
          <a:endParaRPr lang="ru-RU"/>
        </a:p>
      </dgm:t>
    </dgm:pt>
    <dgm:pt modelId="{523F3B85-C278-465F-B719-EBBCB68DF7A5}" type="sibTrans" cxnId="{98669875-24FC-422B-8FB9-ECA204ECEDB3}">
      <dgm:prSet/>
      <dgm:spPr/>
      <dgm:t>
        <a:bodyPr/>
        <a:lstStyle/>
        <a:p>
          <a:endParaRPr lang="ru-RU"/>
        </a:p>
      </dgm:t>
    </dgm:pt>
    <dgm:pt modelId="{AE4C37F2-FB91-4CB2-B008-1ACC584D3034}">
      <dgm:prSet/>
      <dgm:spPr/>
      <dgm:t>
        <a:bodyPr/>
        <a:lstStyle/>
        <a:p>
          <a:r>
            <a:rPr lang="ru-RU" b="0" i="0" baseline="0" dirty="0"/>
            <a:t>Наименование формы – отчет о движении денежных средств</a:t>
          </a:r>
        </a:p>
      </dgm:t>
    </dgm:pt>
    <dgm:pt modelId="{BC36C08A-20F2-4826-B86B-53341D864640}" type="parTrans" cxnId="{275A5C13-BAF7-469A-AC65-469A479FE46B}">
      <dgm:prSet/>
      <dgm:spPr/>
      <dgm:t>
        <a:bodyPr/>
        <a:lstStyle/>
        <a:p>
          <a:endParaRPr lang="ru-RU"/>
        </a:p>
      </dgm:t>
    </dgm:pt>
    <dgm:pt modelId="{F2796769-B7B2-47AD-B40B-D58B91F99257}" type="sibTrans" cxnId="{275A5C13-BAF7-469A-AC65-469A479FE46B}">
      <dgm:prSet/>
      <dgm:spPr/>
      <dgm:t>
        <a:bodyPr/>
        <a:lstStyle/>
        <a:p>
          <a:endParaRPr lang="ru-RU"/>
        </a:p>
      </dgm:t>
    </dgm:pt>
    <dgm:pt modelId="{C9195200-61BC-4595-A03F-05D59B2B9426}">
      <dgm:prSet/>
      <dgm:spPr/>
      <dgm:t>
        <a:bodyPr/>
        <a:lstStyle/>
        <a:p>
          <a:r>
            <a:rPr lang="ru-RU" b="0" i="0" baseline="0" dirty="0"/>
            <a:t>Отчетный период – 9 месяцев</a:t>
          </a:r>
        </a:p>
      </dgm:t>
    </dgm:pt>
    <dgm:pt modelId="{3C8F82FD-A579-41C2-A52C-9BC04FA390CB}" type="parTrans" cxnId="{FAD7710B-5AFE-4AFA-AC46-DC3BE1CE69CB}">
      <dgm:prSet/>
      <dgm:spPr/>
      <dgm:t>
        <a:bodyPr/>
        <a:lstStyle/>
        <a:p>
          <a:endParaRPr lang="ru-RU"/>
        </a:p>
      </dgm:t>
    </dgm:pt>
    <dgm:pt modelId="{B0E1BEE3-C416-482D-99F3-2C07BA42704C}" type="sibTrans" cxnId="{FAD7710B-5AFE-4AFA-AC46-DC3BE1CE69CB}">
      <dgm:prSet/>
      <dgm:spPr/>
      <dgm:t>
        <a:bodyPr/>
        <a:lstStyle/>
        <a:p>
          <a:endParaRPr lang="ru-RU"/>
        </a:p>
      </dgm:t>
    </dgm:pt>
    <dgm:pt modelId="{7FDEAFDB-448A-49AF-889C-0480D083996E}">
      <dgm:prSet/>
      <dgm:spPr/>
      <dgm:t>
        <a:bodyPr/>
        <a:lstStyle/>
        <a:p>
          <a:r>
            <a:rPr lang="ru-RU" b="0" i="0" baseline="0" dirty="0"/>
            <a:t>Дата окончания периода – 30 сентября</a:t>
          </a:r>
        </a:p>
      </dgm:t>
    </dgm:pt>
    <dgm:pt modelId="{193763CA-2C24-42EF-AA2E-317CAD0234BC}" type="parTrans" cxnId="{62AEA830-DF1B-46F7-9CFF-F92795B329FE}">
      <dgm:prSet/>
      <dgm:spPr/>
      <dgm:t>
        <a:bodyPr/>
        <a:lstStyle/>
        <a:p>
          <a:endParaRPr lang="ru-RU"/>
        </a:p>
      </dgm:t>
    </dgm:pt>
    <dgm:pt modelId="{69E486B8-03EC-4464-956A-577B2BDAC13A}" type="sibTrans" cxnId="{62AEA830-DF1B-46F7-9CFF-F92795B329FE}">
      <dgm:prSet/>
      <dgm:spPr/>
      <dgm:t>
        <a:bodyPr/>
        <a:lstStyle/>
        <a:p>
          <a:endParaRPr lang="ru-RU"/>
        </a:p>
      </dgm:t>
    </dgm:pt>
    <dgm:pt modelId="{277D7773-DBFB-4C77-BE1C-18149E497E1F}">
      <dgm:prSet/>
      <dgm:spPr/>
      <dgm:t>
        <a:bodyPr/>
        <a:lstStyle/>
        <a:p>
          <a:r>
            <a:rPr lang="ru-RU" b="0" i="0" baseline="0" dirty="0"/>
            <a:t>Год отчетности – 2025 / 2024</a:t>
          </a:r>
        </a:p>
      </dgm:t>
    </dgm:pt>
    <dgm:pt modelId="{F59FE2C8-C6E0-41B8-8B43-E143021C2AAB}" type="parTrans" cxnId="{11C1E357-2991-4E51-9A61-B3A73AD5B1C7}">
      <dgm:prSet/>
      <dgm:spPr/>
      <dgm:t>
        <a:bodyPr/>
        <a:lstStyle/>
        <a:p>
          <a:endParaRPr lang="ru-RU"/>
        </a:p>
      </dgm:t>
    </dgm:pt>
    <dgm:pt modelId="{F3AAF64F-E12E-4AD0-92F0-3D1E51A108A6}" type="sibTrans" cxnId="{11C1E357-2991-4E51-9A61-B3A73AD5B1C7}">
      <dgm:prSet/>
      <dgm:spPr/>
      <dgm:t>
        <a:bodyPr/>
        <a:lstStyle/>
        <a:p>
          <a:endParaRPr lang="ru-RU"/>
        </a:p>
      </dgm:t>
    </dgm:pt>
    <dgm:pt modelId="{D5F7AB82-CF11-4D5F-B532-600B99BEFAF5}">
      <dgm:prSet/>
      <dgm:spPr/>
      <dgm:t>
        <a:bodyPr/>
        <a:lstStyle/>
        <a:p>
          <a:r>
            <a:rPr lang="ru-RU" b="0" i="0" baseline="0" dirty="0"/>
            <a:t>Единица измерения – млрд российских рублей</a:t>
          </a:r>
        </a:p>
      </dgm:t>
    </dgm:pt>
    <dgm:pt modelId="{CEECC774-087A-4D87-B915-63BC230A7982}" type="parTrans" cxnId="{3236A68B-05E3-417D-9C3C-CCB594B8A480}">
      <dgm:prSet/>
      <dgm:spPr/>
      <dgm:t>
        <a:bodyPr/>
        <a:lstStyle/>
        <a:p>
          <a:endParaRPr lang="ru-RU"/>
        </a:p>
      </dgm:t>
    </dgm:pt>
    <dgm:pt modelId="{02EC8173-BCE2-40FF-B9D7-E19510A8FFF0}" type="sibTrans" cxnId="{3236A68B-05E3-417D-9C3C-CCB594B8A480}">
      <dgm:prSet/>
      <dgm:spPr/>
      <dgm:t>
        <a:bodyPr/>
        <a:lstStyle/>
        <a:p>
          <a:endParaRPr lang="ru-RU"/>
        </a:p>
      </dgm:t>
    </dgm:pt>
    <dgm:pt modelId="{507C291F-7FAE-4FF6-99D6-5C4C1DA2745C}">
      <dgm:prSet/>
      <dgm:spPr/>
      <dgm:t>
        <a:bodyPr/>
        <a:lstStyle/>
        <a:p>
          <a:r>
            <a:rPr lang="ru-RU" b="0" i="0" baseline="0" dirty="0"/>
            <a:t>Графа «Прим.» (ссылка на примечания)</a:t>
          </a:r>
        </a:p>
      </dgm:t>
    </dgm:pt>
    <dgm:pt modelId="{4010CD9E-7E33-4B84-BF75-06F3FFE989EB}" type="parTrans" cxnId="{0094E200-7D00-4FC6-B4AF-7BDCC5B61E7B}">
      <dgm:prSet/>
      <dgm:spPr/>
      <dgm:t>
        <a:bodyPr/>
        <a:lstStyle/>
        <a:p>
          <a:endParaRPr lang="ru-RU"/>
        </a:p>
      </dgm:t>
    </dgm:pt>
    <dgm:pt modelId="{206300D5-9108-4F4E-987B-6940AEEA2340}" type="sibTrans" cxnId="{0094E200-7D00-4FC6-B4AF-7BDCC5B61E7B}">
      <dgm:prSet/>
      <dgm:spPr/>
      <dgm:t>
        <a:bodyPr/>
        <a:lstStyle/>
        <a:p>
          <a:endParaRPr lang="ru-RU"/>
        </a:p>
      </dgm:t>
    </dgm:pt>
    <dgm:pt modelId="{C470F8CC-7B14-4B9F-ACB0-EA0AA6257854}">
      <dgm:prSet/>
      <dgm:spPr/>
      <dgm:t>
        <a:bodyPr/>
        <a:lstStyle/>
        <a:p>
          <a:endParaRPr lang="ru-RU" b="0" i="0" baseline="0" dirty="0"/>
        </a:p>
      </dgm:t>
    </dgm:pt>
    <dgm:pt modelId="{A0BD991E-115E-4EBA-94A7-AE03E6E8756E}" type="parTrans" cxnId="{5A1C34EB-FEEF-4740-A057-03B01C830EBC}">
      <dgm:prSet/>
      <dgm:spPr/>
      <dgm:t>
        <a:bodyPr/>
        <a:lstStyle/>
        <a:p>
          <a:endParaRPr lang="ru-RU"/>
        </a:p>
      </dgm:t>
    </dgm:pt>
    <dgm:pt modelId="{107322DE-31CE-4747-A073-977E32EE0166}" type="sibTrans" cxnId="{5A1C34EB-FEEF-4740-A057-03B01C830EBC}">
      <dgm:prSet/>
      <dgm:spPr/>
      <dgm:t>
        <a:bodyPr/>
        <a:lstStyle/>
        <a:p>
          <a:endParaRPr lang="ru-RU"/>
        </a:p>
      </dgm:t>
    </dgm:pt>
    <dgm:pt modelId="{CE7D2734-A458-4527-B47B-5B6F393DDEDE}" type="pres">
      <dgm:prSet presAssocID="{725E7740-550D-4742-8501-11EF64E452CB}" presName="linear" presStyleCnt="0">
        <dgm:presLayoutVars>
          <dgm:animLvl val="lvl"/>
          <dgm:resizeHandles val="exact"/>
        </dgm:presLayoutVars>
      </dgm:prSet>
      <dgm:spPr/>
    </dgm:pt>
    <dgm:pt modelId="{AE57BA6A-65C2-49F7-995D-E1BDACA4CA29}" type="pres">
      <dgm:prSet presAssocID="{C9B1FB15-EBEC-44D8-960B-C7DA5AD4FA44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5E4403E8-EDF1-457A-AFC4-E617D8205FB5}" type="pres">
      <dgm:prSet presAssocID="{C9B1FB15-EBEC-44D8-960B-C7DA5AD4FA44}" presName="childText" presStyleLbl="revTx" presStyleIdx="0" presStyleCnt="2">
        <dgm:presLayoutVars>
          <dgm:bulletEnabled val="1"/>
        </dgm:presLayoutVars>
      </dgm:prSet>
      <dgm:spPr/>
    </dgm:pt>
    <dgm:pt modelId="{2D0C1A05-F2B3-43EA-811E-C4731A9BFF89}" type="pres">
      <dgm:prSet presAssocID="{0A825493-1083-4D30-913F-C939103E2FD7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8757967D-FE35-45C2-9731-FFBE74895039}" type="pres">
      <dgm:prSet presAssocID="{0A825493-1083-4D30-913F-C939103E2FD7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0094E200-7D00-4FC6-B4AF-7BDCC5B61E7B}" srcId="{C9B1FB15-EBEC-44D8-960B-C7DA5AD4FA44}" destId="{507C291F-7FAE-4FF6-99D6-5C4C1DA2745C}" srcOrd="8" destOrd="0" parTransId="{4010CD9E-7E33-4B84-BF75-06F3FFE989EB}" sibTransId="{206300D5-9108-4F4E-987B-6940AEEA2340}"/>
    <dgm:cxn modelId="{FAD7710B-5AFE-4AFA-AC46-DC3BE1CE69CB}" srcId="{C9B1FB15-EBEC-44D8-960B-C7DA5AD4FA44}" destId="{C9195200-61BC-4595-A03F-05D59B2B9426}" srcOrd="4" destOrd="0" parTransId="{3C8F82FD-A579-41C2-A52C-9BC04FA390CB}" sibTransId="{B0E1BEE3-C416-482D-99F3-2C07BA42704C}"/>
    <dgm:cxn modelId="{275A5C13-BAF7-469A-AC65-469A479FE46B}" srcId="{C9B1FB15-EBEC-44D8-960B-C7DA5AD4FA44}" destId="{AE4C37F2-FB91-4CB2-B008-1ACC584D3034}" srcOrd="3" destOrd="0" parTransId="{BC36C08A-20F2-4826-B86B-53341D864640}" sibTransId="{F2796769-B7B2-47AD-B40B-D58B91F99257}"/>
    <dgm:cxn modelId="{E35B4A13-2199-4963-B066-258113351458}" type="presOf" srcId="{C9195200-61BC-4595-A03F-05D59B2B9426}" destId="{5E4403E8-EDF1-457A-AFC4-E617D8205FB5}" srcOrd="0" destOrd="4" presId="urn:microsoft.com/office/officeart/2005/8/layout/vList2"/>
    <dgm:cxn modelId="{BB59F41E-7319-4AB3-8A95-A491C681C35B}" srcId="{C9B1FB15-EBEC-44D8-960B-C7DA5AD4FA44}" destId="{3B467DD4-02BB-4DDC-9D53-CA680D78916E}" srcOrd="1" destOrd="0" parTransId="{8F43F7E1-0F0E-497C-9F5C-01C689CA7B42}" sibTransId="{F65C9E99-668E-4471-8534-49E071D931BE}"/>
    <dgm:cxn modelId="{90E78F25-275B-4470-A3CD-0E0DA2BB83C3}" type="presOf" srcId="{6E2BE1E3-396D-48C4-B419-909F865D9C1D}" destId="{5E4403E8-EDF1-457A-AFC4-E617D8205FB5}" srcOrd="0" destOrd="0" presId="urn:microsoft.com/office/officeart/2005/8/layout/vList2"/>
    <dgm:cxn modelId="{1457672A-6BAA-4E04-98A8-A5B40B7AE23A}" srcId="{725E7740-550D-4742-8501-11EF64E452CB}" destId="{0A825493-1083-4D30-913F-C939103E2FD7}" srcOrd="1" destOrd="0" parTransId="{D9EA666E-D66B-423A-818D-042C817D5A74}" sibTransId="{79B1D763-C3AB-4521-BD78-382F9916B545}"/>
    <dgm:cxn modelId="{62AEA830-DF1B-46F7-9CFF-F92795B329FE}" srcId="{C9B1FB15-EBEC-44D8-960B-C7DA5AD4FA44}" destId="{7FDEAFDB-448A-49AF-889C-0480D083996E}" srcOrd="5" destOrd="0" parTransId="{193763CA-2C24-42EF-AA2E-317CAD0234BC}" sibTransId="{69E486B8-03EC-4464-956A-577B2BDAC13A}"/>
    <dgm:cxn modelId="{00469134-F7BB-4184-958B-743894D7A74E}" srcId="{725E7740-550D-4742-8501-11EF64E452CB}" destId="{C9B1FB15-EBEC-44D8-960B-C7DA5AD4FA44}" srcOrd="0" destOrd="0" parTransId="{F4F3155C-8CE0-4BB1-B0CF-0F1DB34C3904}" sibTransId="{C81B1AE2-97A9-4E9F-94C0-3F0E19A73F32}"/>
    <dgm:cxn modelId="{05BE274E-6D23-4B23-8401-2380E064BC4B}" type="presOf" srcId="{95C00EBE-087F-483A-827E-E44185F17233}" destId="{5E4403E8-EDF1-457A-AFC4-E617D8205FB5}" srcOrd="0" destOrd="2" presId="urn:microsoft.com/office/officeart/2005/8/layout/vList2"/>
    <dgm:cxn modelId="{98669875-24FC-422B-8FB9-ECA204ECEDB3}" srcId="{C9B1FB15-EBEC-44D8-960B-C7DA5AD4FA44}" destId="{95C00EBE-087F-483A-827E-E44185F17233}" srcOrd="2" destOrd="0" parTransId="{C82FFA96-2105-444D-834C-34624BAE00BB}" sibTransId="{523F3B85-C278-465F-B719-EBBCB68DF7A5}"/>
    <dgm:cxn modelId="{11C1E357-2991-4E51-9A61-B3A73AD5B1C7}" srcId="{C9B1FB15-EBEC-44D8-960B-C7DA5AD4FA44}" destId="{277D7773-DBFB-4C77-BE1C-18149E497E1F}" srcOrd="6" destOrd="0" parTransId="{F59FE2C8-C6E0-41B8-8B43-E143021C2AAB}" sibTransId="{F3AAF64F-E12E-4AD0-92F0-3D1E51A108A6}"/>
    <dgm:cxn modelId="{9A1EE788-F1ED-42CB-A405-535817531113}" type="presOf" srcId="{277D7773-DBFB-4C77-BE1C-18149E497E1F}" destId="{5E4403E8-EDF1-457A-AFC4-E617D8205FB5}" srcOrd="0" destOrd="6" presId="urn:microsoft.com/office/officeart/2005/8/layout/vList2"/>
    <dgm:cxn modelId="{3236A68B-05E3-417D-9C3C-CCB594B8A480}" srcId="{C9B1FB15-EBEC-44D8-960B-C7DA5AD4FA44}" destId="{D5F7AB82-CF11-4D5F-B532-600B99BEFAF5}" srcOrd="7" destOrd="0" parTransId="{CEECC774-087A-4D87-B915-63BC230A7982}" sibTransId="{02EC8173-BCE2-40FF-B9D7-E19510A8FFF0}"/>
    <dgm:cxn modelId="{50962C93-D8B7-47FF-A00C-FD82FD1ED936}" type="presOf" srcId="{D5F7AB82-CF11-4D5F-B532-600B99BEFAF5}" destId="{5E4403E8-EDF1-457A-AFC4-E617D8205FB5}" srcOrd="0" destOrd="7" presId="urn:microsoft.com/office/officeart/2005/8/layout/vList2"/>
    <dgm:cxn modelId="{96BFA09B-73A6-45BF-8130-B02C2FE9E420}" type="presOf" srcId="{7FDEAFDB-448A-49AF-889C-0480D083996E}" destId="{5E4403E8-EDF1-457A-AFC4-E617D8205FB5}" srcOrd="0" destOrd="5" presId="urn:microsoft.com/office/officeart/2005/8/layout/vList2"/>
    <dgm:cxn modelId="{86C54AA5-29D8-4460-92F4-9565D6A66976}" srcId="{0A825493-1083-4D30-913F-C939103E2FD7}" destId="{68570216-26A9-4529-8952-0138BA3A8476}" srcOrd="0" destOrd="0" parTransId="{ED3019E6-386C-454F-B3C3-D2461F304BB4}" sibTransId="{625F3807-83F2-40B6-9F90-0DBDBAA6DA8B}"/>
    <dgm:cxn modelId="{5F81CEA6-DFAF-437C-A01E-4B7F98B491A2}" type="presOf" srcId="{507C291F-7FAE-4FF6-99D6-5C4C1DA2745C}" destId="{5E4403E8-EDF1-457A-AFC4-E617D8205FB5}" srcOrd="0" destOrd="8" presId="urn:microsoft.com/office/officeart/2005/8/layout/vList2"/>
    <dgm:cxn modelId="{9CD1BEA9-B5A0-4491-95E0-54BBA0D5D9B1}" type="presOf" srcId="{68570216-26A9-4529-8952-0138BA3A8476}" destId="{8757967D-FE35-45C2-9731-FFBE74895039}" srcOrd="0" destOrd="0" presId="urn:microsoft.com/office/officeart/2005/8/layout/vList2"/>
    <dgm:cxn modelId="{7622EEBB-4021-4D4F-896B-DACC6654B1F6}" type="presOf" srcId="{3B467DD4-02BB-4DDC-9D53-CA680D78916E}" destId="{5E4403E8-EDF1-457A-AFC4-E617D8205FB5}" srcOrd="0" destOrd="1" presId="urn:microsoft.com/office/officeart/2005/8/layout/vList2"/>
    <dgm:cxn modelId="{31F388C4-4886-4849-A887-5AD3897773C1}" type="presOf" srcId="{725E7740-550D-4742-8501-11EF64E452CB}" destId="{CE7D2734-A458-4527-B47B-5B6F393DDEDE}" srcOrd="0" destOrd="0" presId="urn:microsoft.com/office/officeart/2005/8/layout/vList2"/>
    <dgm:cxn modelId="{09A47BCD-8264-49E2-9C3F-F8AA001C6068}" type="presOf" srcId="{AE4C37F2-FB91-4CB2-B008-1ACC584D3034}" destId="{5E4403E8-EDF1-457A-AFC4-E617D8205FB5}" srcOrd="0" destOrd="3" presId="urn:microsoft.com/office/officeart/2005/8/layout/vList2"/>
    <dgm:cxn modelId="{A41CB1CD-5E5A-4D83-9447-D40E1E344E01}" srcId="{C9B1FB15-EBEC-44D8-960B-C7DA5AD4FA44}" destId="{6E2BE1E3-396D-48C4-B419-909F865D9C1D}" srcOrd="0" destOrd="0" parTransId="{A680617D-0F1F-4100-8658-DDFC9B8D62D5}" sibTransId="{7025E285-A726-4E6C-B9C0-499534DFAE17}"/>
    <dgm:cxn modelId="{5927A7DE-369D-41E5-A59A-97EC75A1703F}" type="presOf" srcId="{C9B1FB15-EBEC-44D8-960B-C7DA5AD4FA44}" destId="{AE57BA6A-65C2-49F7-995D-E1BDACA4CA29}" srcOrd="0" destOrd="0" presId="urn:microsoft.com/office/officeart/2005/8/layout/vList2"/>
    <dgm:cxn modelId="{31B60BE4-873D-4C5D-A383-78E4403A59C6}" type="presOf" srcId="{0A825493-1083-4D30-913F-C939103E2FD7}" destId="{2D0C1A05-F2B3-43EA-811E-C4731A9BFF89}" srcOrd="0" destOrd="0" presId="urn:microsoft.com/office/officeart/2005/8/layout/vList2"/>
    <dgm:cxn modelId="{5A1C34EB-FEEF-4740-A057-03B01C830EBC}" srcId="{C9B1FB15-EBEC-44D8-960B-C7DA5AD4FA44}" destId="{C470F8CC-7B14-4B9F-ACB0-EA0AA6257854}" srcOrd="9" destOrd="0" parTransId="{A0BD991E-115E-4EBA-94A7-AE03E6E8756E}" sibTransId="{107322DE-31CE-4747-A073-977E32EE0166}"/>
    <dgm:cxn modelId="{F919EFF7-5338-44EB-8DB8-8F8BB10DE72A}" type="presOf" srcId="{C470F8CC-7B14-4B9F-ACB0-EA0AA6257854}" destId="{5E4403E8-EDF1-457A-AFC4-E617D8205FB5}" srcOrd="0" destOrd="9" presId="urn:microsoft.com/office/officeart/2005/8/layout/vList2"/>
    <dgm:cxn modelId="{720E0810-3B7C-4FE3-989F-7901C49261E3}" type="presParOf" srcId="{CE7D2734-A458-4527-B47B-5B6F393DDEDE}" destId="{AE57BA6A-65C2-49F7-995D-E1BDACA4CA29}" srcOrd="0" destOrd="0" presId="urn:microsoft.com/office/officeart/2005/8/layout/vList2"/>
    <dgm:cxn modelId="{325BFE19-DEAD-4080-951B-5066B83F5338}" type="presParOf" srcId="{CE7D2734-A458-4527-B47B-5B6F393DDEDE}" destId="{5E4403E8-EDF1-457A-AFC4-E617D8205FB5}" srcOrd="1" destOrd="0" presId="urn:microsoft.com/office/officeart/2005/8/layout/vList2"/>
    <dgm:cxn modelId="{F96834F3-BAEE-46B2-B961-322FCB234071}" type="presParOf" srcId="{CE7D2734-A458-4527-B47B-5B6F393DDEDE}" destId="{2D0C1A05-F2B3-43EA-811E-C4731A9BFF89}" srcOrd="2" destOrd="0" presId="urn:microsoft.com/office/officeart/2005/8/layout/vList2"/>
    <dgm:cxn modelId="{C80F77AD-5A52-48D6-A714-7BF74E3AEF1F}" type="presParOf" srcId="{CE7D2734-A458-4527-B47B-5B6F393DDEDE}" destId="{8757967D-FE35-45C2-9731-FFBE74895039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B3AD509-2737-4E6B-B053-7E79E3346B60}" type="doc">
      <dgm:prSet loTypeId="urn:microsoft.com/office/officeart/2005/8/layout/vList2" loCatId="list" qsTypeId="urn:microsoft.com/office/officeart/2005/8/quickstyle/simple3" qsCatId="simple" csTypeId="urn:microsoft.com/office/officeart/2005/8/colors/accent1_2" csCatId="accent1"/>
      <dgm:spPr/>
      <dgm:t>
        <a:bodyPr/>
        <a:lstStyle/>
        <a:p>
          <a:endParaRPr lang="ru-RU"/>
        </a:p>
      </dgm:t>
    </dgm:pt>
    <dgm:pt modelId="{D16B37CD-F597-4741-8232-5E606451BCE6}">
      <dgm:prSet/>
      <dgm:spPr/>
      <dgm:t>
        <a:bodyPr/>
        <a:lstStyle/>
        <a:p>
          <a:r>
            <a:rPr lang="ru-RU" b="0" i="0" baseline="0"/>
            <a:t>Реквизиты-признаки:</a:t>
          </a:r>
          <a:endParaRPr lang="ru-RU"/>
        </a:p>
      </dgm:t>
    </dgm:pt>
    <dgm:pt modelId="{E1D6CF02-8023-4565-9992-D5A816ECDCEC}" type="parTrans" cxnId="{BFD5C15E-9DD7-49D2-804F-9D69EA3325DD}">
      <dgm:prSet/>
      <dgm:spPr/>
      <dgm:t>
        <a:bodyPr/>
        <a:lstStyle/>
        <a:p>
          <a:endParaRPr lang="ru-RU"/>
        </a:p>
      </dgm:t>
    </dgm:pt>
    <dgm:pt modelId="{82855F39-62A7-43D0-8645-A25D66033C75}" type="sibTrans" cxnId="{BFD5C15E-9DD7-49D2-804F-9D69EA3325DD}">
      <dgm:prSet/>
      <dgm:spPr/>
      <dgm:t>
        <a:bodyPr/>
        <a:lstStyle/>
        <a:p>
          <a:endParaRPr lang="ru-RU"/>
        </a:p>
      </dgm:t>
    </dgm:pt>
    <dgm:pt modelId="{6BAE7F7E-75D8-48C1-AAAF-7B9B2DE837D2}">
      <dgm:prSet/>
      <dgm:spPr/>
      <dgm:t>
        <a:bodyPr/>
        <a:lstStyle/>
        <a:p>
          <a:r>
            <a:rPr lang="ru-RU" b="0" i="0" baseline="0"/>
            <a:t>Организация</a:t>
          </a:r>
          <a:endParaRPr lang="ru-RU"/>
        </a:p>
      </dgm:t>
    </dgm:pt>
    <dgm:pt modelId="{3A77E49E-881C-4957-8C41-7EB0C0B6D96D}" type="parTrans" cxnId="{5B4E01A9-96FD-41ED-B6A9-DAC42A69F412}">
      <dgm:prSet/>
      <dgm:spPr/>
      <dgm:t>
        <a:bodyPr/>
        <a:lstStyle/>
        <a:p>
          <a:endParaRPr lang="ru-RU"/>
        </a:p>
      </dgm:t>
    </dgm:pt>
    <dgm:pt modelId="{33C5E04F-098F-4D88-842E-C438F20D4551}" type="sibTrans" cxnId="{5B4E01A9-96FD-41ED-B6A9-DAC42A69F412}">
      <dgm:prSet/>
      <dgm:spPr/>
      <dgm:t>
        <a:bodyPr/>
        <a:lstStyle/>
        <a:p>
          <a:endParaRPr lang="ru-RU"/>
        </a:p>
      </dgm:t>
    </dgm:pt>
    <dgm:pt modelId="{85BAF764-7337-40DF-ACDF-556B642417BF}">
      <dgm:prSet/>
      <dgm:spPr/>
      <dgm:t>
        <a:bodyPr/>
        <a:lstStyle/>
        <a:p>
          <a:r>
            <a:rPr lang="ru-RU" b="0" i="0" baseline="0"/>
            <a:t>Вид отчета</a:t>
          </a:r>
          <a:endParaRPr lang="ru-RU"/>
        </a:p>
      </dgm:t>
    </dgm:pt>
    <dgm:pt modelId="{1AAEDF66-3791-4E4A-A7AF-62A5B77B427D}" type="parTrans" cxnId="{6701E737-156B-485C-896D-C9FCF969BDC6}">
      <dgm:prSet/>
      <dgm:spPr/>
      <dgm:t>
        <a:bodyPr/>
        <a:lstStyle/>
        <a:p>
          <a:endParaRPr lang="ru-RU"/>
        </a:p>
      </dgm:t>
    </dgm:pt>
    <dgm:pt modelId="{D38E0DF2-98BE-4506-A8AE-A84E401DA3A7}" type="sibTrans" cxnId="{6701E737-156B-485C-896D-C9FCF969BDC6}">
      <dgm:prSet/>
      <dgm:spPr/>
      <dgm:t>
        <a:bodyPr/>
        <a:lstStyle/>
        <a:p>
          <a:endParaRPr lang="ru-RU"/>
        </a:p>
      </dgm:t>
    </dgm:pt>
    <dgm:pt modelId="{08FE8BB0-C750-417F-ADE2-40C1F966B7C1}">
      <dgm:prSet/>
      <dgm:spPr/>
      <dgm:t>
        <a:bodyPr/>
        <a:lstStyle/>
        <a:p>
          <a:r>
            <a:rPr lang="ru-RU" b="0" i="0" baseline="0"/>
            <a:t>Отчетный период</a:t>
          </a:r>
          <a:endParaRPr lang="ru-RU"/>
        </a:p>
      </dgm:t>
    </dgm:pt>
    <dgm:pt modelId="{C45A4E3B-CE86-4E88-BA6B-B2C892E185DD}" type="parTrans" cxnId="{3CF0D702-268C-4613-ADDC-DA7DF87BFDB8}">
      <dgm:prSet/>
      <dgm:spPr/>
      <dgm:t>
        <a:bodyPr/>
        <a:lstStyle/>
        <a:p>
          <a:endParaRPr lang="ru-RU"/>
        </a:p>
      </dgm:t>
    </dgm:pt>
    <dgm:pt modelId="{DD2FB014-10A1-4F1E-9663-F49BB1EF707F}" type="sibTrans" cxnId="{3CF0D702-268C-4613-ADDC-DA7DF87BFDB8}">
      <dgm:prSet/>
      <dgm:spPr/>
      <dgm:t>
        <a:bodyPr/>
        <a:lstStyle/>
        <a:p>
          <a:endParaRPr lang="ru-RU"/>
        </a:p>
      </dgm:t>
    </dgm:pt>
    <dgm:pt modelId="{C4D42548-489A-491E-90EC-AD9F10DFDB00}">
      <dgm:prSet/>
      <dgm:spPr/>
      <dgm:t>
        <a:bodyPr/>
        <a:lstStyle/>
        <a:p>
          <a:r>
            <a:rPr lang="ru-RU" b="0" i="0" baseline="0"/>
            <a:t>Статья движения денежных средств</a:t>
          </a:r>
          <a:endParaRPr lang="ru-RU"/>
        </a:p>
      </dgm:t>
    </dgm:pt>
    <dgm:pt modelId="{22B80E9F-8066-4C6B-A2D8-C16A13ADDAA3}" type="parTrans" cxnId="{450C1767-CD33-4CAB-8888-D8520DE922E7}">
      <dgm:prSet/>
      <dgm:spPr/>
      <dgm:t>
        <a:bodyPr/>
        <a:lstStyle/>
        <a:p>
          <a:endParaRPr lang="ru-RU"/>
        </a:p>
      </dgm:t>
    </dgm:pt>
    <dgm:pt modelId="{15DBBE3C-6C13-4DEF-B23F-4DE80BE59BFF}" type="sibTrans" cxnId="{450C1767-CD33-4CAB-8888-D8520DE922E7}">
      <dgm:prSet/>
      <dgm:spPr/>
      <dgm:t>
        <a:bodyPr/>
        <a:lstStyle/>
        <a:p>
          <a:endParaRPr lang="ru-RU"/>
        </a:p>
      </dgm:t>
    </dgm:pt>
    <dgm:pt modelId="{99D01A75-4FBC-4BA4-9B66-9441C7F9F48A}">
      <dgm:prSet/>
      <dgm:spPr/>
      <dgm:t>
        <a:bodyPr/>
        <a:lstStyle/>
        <a:p>
          <a:r>
            <a:rPr lang="ru-RU" b="0" i="0" baseline="0"/>
            <a:t>Вид деятельности</a:t>
          </a:r>
          <a:endParaRPr lang="ru-RU"/>
        </a:p>
      </dgm:t>
    </dgm:pt>
    <dgm:pt modelId="{D0F0190A-161B-4E49-BD1E-7C5CF9EF71A5}" type="parTrans" cxnId="{1C2498F5-102F-40D0-9825-2CCE4CDB6B22}">
      <dgm:prSet/>
      <dgm:spPr/>
      <dgm:t>
        <a:bodyPr/>
        <a:lstStyle/>
        <a:p>
          <a:endParaRPr lang="ru-RU"/>
        </a:p>
      </dgm:t>
    </dgm:pt>
    <dgm:pt modelId="{EF19CC09-FC0D-44A0-9DFC-8C82CED2EEA7}" type="sibTrans" cxnId="{1C2498F5-102F-40D0-9825-2CCE4CDB6B22}">
      <dgm:prSet/>
      <dgm:spPr/>
      <dgm:t>
        <a:bodyPr/>
        <a:lstStyle/>
        <a:p>
          <a:endParaRPr lang="ru-RU"/>
        </a:p>
      </dgm:t>
    </dgm:pt>
    <dgm:pt modelId="{30AC7821-C4B9-4219-BF34-1F84A14E5D55}">
      <dgm:prSet/>
      <dgm:spPr/>
      <dgm:t>
        <a:bodyPr/>
        <a:lstStyle/>
        <a:p>
          <a:r>
            <a:rPr lang="ru-RU" b="0" i="0" baseline="0"/>
            <a:t>Примечание</a:t>
          </a:r>
          <a:endParaRPr lang="ru-RU"/>
        </a:p>
      </dgm:t>
    </dgm:pt>
    <dgm:pt modelId="{9A87D26D-FA21-4B9E-B6CA-9A5061A33B42}" type="parTrans" cxnId="{1399A0D0-AE3E-468E-91CB-EE783B90657F}">
      <dgm:prSet/>
      <dgm:spPr/>
      <dgm:t>
        <a:bodyPr/>
        <a:lstStyle/>
        <a:p>
          <a:endParaRPr lang="ru-RU"/>
        </a:p>
      </dgm:t>
    </dgm:pt>
    <dgm:pt modelId="{3637C627-EA3E-4934-9908-66844F48B76B}" type="sibTrans" cxnId="{1399A0D0-AE3E-468E-91CB-EE783B90657F}">
      <dgm:prSet/>
      <dgm:spPr/>
      <dgm:t>
        <a:bodyPr/>
        <a:lstStyle/>
        <a:p>
          <a:endParaRPr lang="ru-RU"/>
        </a:p>
      </dgm:t>
    </dgm:pt>
    <dgm:pt modelId="{69315D37-D136-4EAB-8DB7-66FCCC62DED4}" type="pres">
      <dgm:prSet presAssocID="{BB3AD509-2737-4E6B-B053-7E79E3346B60}" presName="linear" presStyleCnt="0">
        <dgm:presLayoutVars>
          <dgm:animLvl val="lvl"/>
          <dgm:resizeHandles val="exact"/>
        </dgm:presLayoutVars>
      </dgm:prSet>
      <dgm:spPr/>
    </dgm:pt>
    <dgm:pt modelId="{026C6BE9-7415-401E-91DE-6FEA96FE9019}" type="pres">
      <dgm:prSet presAssocID="{D16B37CD-F597-4741-8232-5E606451BCE6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38CEE6F2-8424-47ED-81DD-55797E8F5748}" type="pres">
      <dgm:prSet presAssocID="{D16B37CD-F597-4741-8232-5E606451BCE6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3CF0D702-268C-4613-ADDC-DA7DF87BFDB8}" srcId="{D16B37CD-F597-4741-8232-5E606451BCE6}" destId="{08FE8BB0-C750-417F-ADE2-40C1F966B7C1}" srcOrd="2" destOrd="0" parTransId="{C45A4E3B-CE86-4E88-BA6B-B2C892E185DD}" sibTransId="{DD2FB014-10A1-4F1E-9663-F49BB1EF707F}"/>
    <dgm:cxn modelId="{17F54A13-A835-43CD-BD54-221D3D5AA12A}" type="presOf" srcId="{C4D42548-489A-491E-90EC-AD9F10DFDB00}" destId="{38CEE6F2-8424-47ED-81DD-55797E8F5748}" srcOrd="0" destOrd="3" presId="urn:microsoft.com/office/officeart/2005/8/layout/vList2"/>
    <dgm:cxn modelId="{6701E737-156B-485C-896D-C9FCF969BDC6}" srcId="{D16B37CD-F597-4741-8232-5E606451BCE6}" destId="{85BAF764-7337-40DF-ACDF-556B642417BF}" srcOrd="1" destOrd="0" parTransId="{1AAEDF66-3791-4E4A-A7AF-62A5B77B427D}" sibTransId="{D38E0DF2-98BE-4506-A8AE-A84E401DA3A7}"/>
    <dgm:cxn modelId="{BFD5C15E-9DD7-49D2-804F-9D69EA3325DD}" srcId="{BB3AD509-2737-4E6B-B053-7E79E3346B60}" destId="{D16B37CD-F597-4741-8232-5E606451BCE6}" srcOrd="0" destOrd="0" parTransId="{E1D6CF02-8023-4565-9992-D5A816ECDCEC}" sibTransId="{82855F39-62A7-43D0-8645-A25D66033C75}"/>
    <dgm:cxn modelId="{CA9B2A63-4A4D-463F-8609-67CF78CADED7}" type="presOf" srcId="{08FE8BB0-C750-417F-ADE2-40C1F966B7C1}" destId="{38CEE6F2-8424-47ED-81DD-55797E8F5748}" srcOrd="0" destOrd="2" presId="urn:microsoft.com/office/officeart/2005/8/layout/vList2"/>
    <dgm:cxn modelId="{450C1767-CD33-4CAB-8888-D8520DE922E7}" srcId="{D16B37CD-F597-4741-8232-5E606451BCE6}" destId="{C4D42548-489A-491E-90EC-AD9F10DFDB00}" srcOrd="3" destOrd="0" parTransId="{22B80E9F-8066-4C6B-A2D8-C16A13ADDAA3}" sibTransId="{15DBBE3C-6C13-4DEF-B23F-4DE80BE59BFF}"/>
    <dgm:cxn modelId="{9E805359-CD7E-4A1C-9978-B37E74CFEC32}" type="presOf" srcId="{99D01A75-4FBC-4BA4-9B66-9441C7F9F48A}" destId="{38CEE6F2-8424-47ED-81DD-55797E8F5748}" srcOrd="0" destOrd="4" presId="urn:microsoft.com/office/officeart/2005/8/layout/vList2"/>
    <dgm:cxn modelId="{36E8EF7C-55CD-4A7A-8C66-2A2825E2B88F}" type="presOf" srcId="{85BAF764-7337-40DF-ACDF-556B642417BF}" destId="{38CEE6F2-8424-47ED-81DD-55797E8F5748}" srcOrd="0" destOrd="1" presId="urn:microsoft.com/office/officeart/2005/8/layout/vList2"/>
    <dgm:cxn modelId="{8595BD89-4E34-4EEF-93BD-185E6B230D0F}" type="presOf" srcId="{D16B37CD-F597-4741-8232-5E606451BCE6}" destId="{026C6BE9-7415-401E-91DE-6FEA96FE9019}" srcOrd="0" destOrd="0" presId="urn:microsoft.com/office/officeart/2005/8/layout/vList2"/>
    <dgm:cxn modelId="{5F57D59C-3F56-47F2-B37B-E198AF86C956}" type="presOf" srcId="{6BAE7F7E-75D8-48C1-AAAF-7B9B2DE837D2}" destId="{38CEE6F2-8424-47ED-81DD-55797E8F5748}" srcOrd="0" destOrd="0" presId="urn:microsoft.com/office/officeart/2005/8/layout/vList2"/>
    <dgm:cxn modelId="{5B4E01A9-96FD-41ED-B6A9-DAC42A69F412}" srcId="{D16B37CD-F597-4741-8232-5E606451BCE6}" destId="{6BAE7F7E-75D8-48C1-AAAF-7B9B2DE837D2}" srcOrd="0" destOrd="0" parTransId="{3A77E49E-881C-4957-8C41-7EB0C0B6D96D}" sibTransId="{33C5E04F-098F-4D88-842E-C438F20D4551}"/>
    <dgm:cxn modelId="{2A3D66AA-AB43-4857-BDB9-CAFB5C86F78F}" type="presOf" srcId="{30AC7821-C4B9-4219-BF34-1F84A14E5D55}" destId="{38CEE6F2-8424-47ED-81DD-55797E8F5748}" srcOrd="0" destOrd="5" presId="urn:microsoft.com/office/officeart/2005/8/layout/vList2"/>
    <dgm:cxn modelId="{1399A0D0-AE3E-468E-91CB-EE783B90657F}" srcId="{D16B37CD-F597-4741-8232-5E606451BCE6}" destId="{30AC7821-C4B9-4219-BF34-1F84A14E5D55}" srcOrd="5" destOrd="0" parTransId="{9A87D26D-FA21-4B9E-B6CA-9A5061A33B42}" sibTransId="{3637C627-EA3E-4934-9908-66844F48B76B}"/>
    <dgm:cxn modelId="{B43A53EC-9C4E-4020-8251-3D390F0E9486}" type="presOf" srcId="{BB3AD509-2737-4E6B-B053-7E79E3346B60}" destId="{69315D37-D136-4EAB-8DB7-66FCCC62DED4}" srcOrd="0" destOrd="0" presId="urn:microsoft.com/office/officeart/2005/8/layout/vList2"/>
    <dgm:cxn modelId="{1C2498F5-102F-40D0-9825-2CCE4CDB6B22}" srcId="{D16B37CD-F597-4741-8232-5E606451BCE6}" destId="{99D01A75-4FBC-4BA4-9B66-9441C7F9F48A}" srcOrd="4" destOrd="0" parTransId="{D0F0190A-161B-4E49-BD1E-7C5CF9EF71A5}" sibTransId="{EF19CC09-FC0D-44A0-9DFC-8C82CED2EEA7}"/>
    <dgm:cxn modelId="{ABB2CD1C-045C-45B4-ABC8-3C97D6EB8FA5}" type="presParOf" srcId="{69315D37-D136-4EAB-8DB7-66FCCC62DED4}" destId="{026C6BE9-7415-401E-91DE-6FEA96FE9019}" srcOrd="0" destOrd="0" presId="urn:microsoft.com/office/officeart/2005/8/layout/vList2"/>
    <dgm:cxn modelId="{BAFAAE65-037A-4A4B-9E1F-1798A51F79EE}" type="presParOf" srcId="{69315D37-D136-4EAB-8DB7-66FCCC62DED4}" destId="{38CEE6F2-8424-47ED-81DD-55797E8F5748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C6BC3A0-FAC3-4C45-B44F-0F4DF2DA3901}" type="doc">
      <dgm:prSet loTypeId="urn:microsoft.com/office/officeart/2005/8/layout/vList2" loCatId="list" qsTypeId="urn:microsoft.com/office/officeart/2005/8/quickstyle/simple3" qsCatId="simple" csTypeId="urn:microsoft.com/office/officeart/2005/8/colors/accent1_2" csCatId="accent1"/>
      <dgm:spPr/>
      <dgm:t>
        <a:bodyPr/>
        <a:lstStyle/>
        <a:p>
          <a:endParaRPr lang="ru-RU"/>
        </a:p>
      </dgm:t>
    </dgm:pt>
    <dgm:pt modelId="{71096AB6-9423-46AD-9B8F-CFB6AEF6C7F9}">
      <dgm:prSet/>
      <dgm:spPr/>
      <dgm:t>
        <a:bodyPr/>
        <a:lstStyle/>
        <a:p>
          <a:r>
            <a:rPr lang="ru-RU" b="0" i="0" baseline="0"/>
            <a:t>Реквизиты-основания:</a:t>
          </a:r>
          <a:endParaRPr lang="ru-RU"/>
        </a:p>
      </dgm:t>
    </dgm:pt>
    <dgm:pt modelId="{0C1E93AC-CFAE-4F6A-9DD4-7E1BA44D176F}" type="parTrans" cxnId="{FFDCB766-D944-49FC-ACEC-F5F0CB1F4412}">
      <dgm:prSet/>
      <dgm:spPr/>
      <dgm:t>
        <a:bodyPr/>
        <a:lstStyle/>
        <a:p>
          <a:endParaRPr lang="ru-RU"/>
        </a:p>
      </dgm:t>
    </dgm:pt>
    <dgm:pt modelId="{04B49B22-71B6-41F8-8848-EE86C8AE8C32}" type="sibTrans" cxnId="{FFDCB766-D944-49FC-ACEC-F5F0CB1F4412}">
      <dgm:prSet/>
      <dgm:spPr/>
      <dgm:t>
        <a:bodyPr/>
        <a:lstStyle/>
        <a:p>
          <a:endParaRPr lang="ru-RU"/>
        </a:p>
      </dgm:t>
    </dgm:pt>
    <dgm:pt modelId="{BE741FD2-0079-4598-93A6-19E87B94A5B5}">
      <dgm:prSet/>
      <dgm:spPr/>
      <dgm:t>
        <a:bodyPr/>
        <a:lstStyle/>
        <a:p>
          <a:r>
            <a:rPr lang="ru-RU" b="0" i="0" baseline="0"/>
            <a:t>Все денежные показатели (в млрд руб.)</a:t>
          </a:r>
          <a:endParaRPr lang="ru-RU"/>
        </a:p>
      </dgm:t>
    </dgm:pt>
    <dgm:pt modelId="{3947A906-DB16-4007-860A-8DED2345FA6C}" type="parTrans" cxnId="{B2DCF6DA-550F-4AC9-A23D-923A7CFA58D4}">
      <dgm:prSet/>
      <dgm:spPr/>
      <dgm:t>
        <a:bodyPr/>
        <a:lstStyle/>
        <a:p>
          <a:endParaRPr lang="ru-RU"/>
        </a:p>
      </dgm:t>
    </dgm:pt>
    <dgm:pt modelId="{9F74E4F2-89BA-4D69-A3DE-65A707F88F45}" type="sibTrans" cxnId="{B2DCF6DA-550F-4AC9-A23D-923A7CFA58D4}">
      <dgm:prSet/>
      <dgm:spPr/>
      <dgm:t>
        <a:bodyPr/>
        <a:lstStyle/>
        <a:p>
          <a:endParaRPr lang="ru-RU"/>
        </a:p>
      </dgm:t>
    </dgm:pt>
    <dgm:pt modelId="{6EA3D690-C4B5-4A5A-89D8-468DA012F2C4}" type="pres">
      <dgm:prSet presAssocID="{1C6BC3A0-FAC3-4C45-B44F-0F4DF2DA3901}" presName="linear" presStyleCnt="0">
        <dgm:presLayoutVars>
          <dgm:animLvl val="lvl"/>
          <dgm:resizeHandles val="exact"/>
        </dgm:presLayoutVars>
      </dgm:prSet>
      <dgm:spPr/>
    </dgm:pt>
    <dgm:pt modelId="{6C6D8B01-21FE-41F0-90E4-F8AA7788B8CB}" type="pres">
      <dgm:prSet presAssocID="{71096AB6-9423-46AD-9B8F-CFB6AEF6C7F9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A23A96C9-2135-4A40-9C9D-9CE69E08D9F4}" type="pres">
      <dgm:prSet presAssocID="{71096AB6-9423-46AD-9B8F-CFB6AEF6C7F9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FFDCB766-D944-49FC-ACEC-F5F0CB1F4412}" srcId="{1C6BC3A0-FAC3-4C45-B44F-0F4DF2DA3901}" destId="{71096AB6-9423-46AD-9B8F-CFB6AEF6C7F9}" srcOrd="0" destOrd="0" parTransId="{0C1E93AC-CFAE-4F6A-9DD4-7E1BA44D176F}" sibTransId="{04B49B22-71B6-41F8-8848-EE86C8AE8C32}"/>
    <dgm:cxn modelId="{25FEFCB3-FA5D-4766-8265-CA1B3F681B0A}" type="presOf" srcId="{71096AB6-9423-46AD-9B8F-CFB6AEF6C7F9}" destId="{6C6D8B01-21FE-41F0-90E4-F8AA7788B8CB}" srcOrd="0" destOrd="0" presId="urn:microsoft.com/office/officeart/2005/8/layout/vList2"/>
    <dgm:cxn modelId="{654218D0-0AD2-49CE-A56B-F0B5407EBFAB}" type="presOf" srcId="{1C6BC3A0-FAC3-4C45-B44F-0F4DF2DA3901}" destId="{6EA3D690-C4B5-4A5A-89D8-468DA012F2C4}" srcOrd="0" destOrd="0" presId="urn:microsoft.com/office/officeart/2005/8/layout/vList2"/>
    <dgm:cxn modelId="{06242ED2-302F-4444-8388-5B1CCC1B8FE8}" type="presOf" srcId="{BE741FD2-0079-4598-93A6-19E87B94A5B5}" destId="{A23A96C9-2135-4A40-9C9D-9CE69E08D9F4}" srcOrd="0" destOrd="0" presId="urn:microsoft.com/office/officeart/2005/8/layout/vList2"/>
    <dgm:cxn modelId="{B2DCF6DA-550F-4AC9-A23D-923A7CFA58D4}" srcId="{71096AB6-9423-46AD-9B8F-CFB6AEF6C7F9}" destId="{BE741FD2-0079-4598-93A6-19E87B94A5B5}" srcOrd="0" destOrd="0" parTransId="{3947A906-DB16-4007-860A-8DED2345FA6C}" sibTransId="{9F74E4F2-89BA-4D69-A3DE-65A707F88F45}"/>
    <dgm:cxn modelId="{A07C692D-A41C-4B40-A4E5-E93313677135}" type="presParOf" srcId="{6EA3D690-C4B5-4A5A-89D8-468DA012F2C4}" destId="{6C6D8B01-21FE-41F0-90E4-F8AA7788B8CB}" srcOrd="0" destOrd="0" presId="urn:microsoft.com/office/officeart/2005/8/layout/vList2"/>
    <dgm:cxn modelId="{6666E749-A071-4A9F-8457-F97CAD466507}" type="presParOf" srcId="{6EA3D690-C4B5-4A5A-89D8-468DA012F2C4}" destId="{A23A96C9-2135-4A40-9C9D-9CE69E08D9F4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9D41537-A34C-4D1B-8051-BBB131EEFA4B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ru-RU"/>
        </a:p>
      </dgm:t>
    </dgm:pt>
    <dgm:pt modelId="{771E79F8-299D-4379-A618-93FAA0E70B4A}">
      <dgm:prSet/>
      <dgm:spPr/>
      <dgm:t>
        <a:bodyPr/>
        <a:lstStyle/>
        <a:p>
          <a:r>
            <a:rPr lang="ru-RU" b="0" i="0" baseline="0"/>
            <a:t>Инициирование подготовки отчетности</a:t>
          </a:r>
          <a:endParaRPr lang="ru-RU"/>
        </a:p>
      </dgm:t>
    </dgm:pt>
    <dgm:pt modelId="{982CBCF1-7728-486A-BA45-CDD00DC12C5A}" type="parTrans" cxnId="{A18975C2-CDF1-4E76-A3F0-783F844227E8}">
      <dgm:prSet/>
      <dgm:spPr/>
      <dgm:t>
        <a:bodyPr/>
        <a:lstStyle/>
        <a:p>
          <a:endParaRPr lang="ru-RU"/>
        </a:p>
      </dgm:t>
    </dgm:pt>
    <dgm:pt modelId="{0AD548AA-6FD8-4196-8AD3-1B20C62B3906}" type="sibTrans" cxnId="{A18975C2-CDF1-4E76-A3F0-783F844227E8}">
      <dgm:prSet/>
      <dgm:spPr/>
      <dgm:t>
        <a:bodyPr/>
        <a:lstStyle/>
        <a:p>
          <a:endParaRPr lang="ru-RU"/>
        </a:p>
      </dgm:t>
    </dgm:pt>
    <dgm:pt modelId="{136A8EE9-F22A-4EF0-925F-9FF1F4AB2DA2}">
      <dgm:prSet/>
      <dgm:spPr/>
      <dgm:t>
        <a:bodyPr/>
        <a:lstStyle/>
        <a:p>
          <a:r>
            <a:rPr lang="ru-RU" b="0" i="0" baseline="0"/>
            <a:t>Сбор данных от дочерних компаний</a:t>
          </a:r>
          <a:endParaRPr lang="ru-RU"/>
        </a:p>
      </dgm:t>
    </dgm:pt>
    <dgm:pt modelId="{6F4FEB56-4DD3-46B2-9656-0311A4BF53B2}" type="parTrans" cxnId="{A72689C9-3082-4680-8A06-53AA99C9A405}">
      <dgm:prSet/>
      <dgm:spPr/>
      <dgm:t>
        <a:bodyPr/>
        <a:lstStyle/>
        <a:p>
          <a:endParaRPr lang="ru-RU"/>
        </a:p>
      </dgm:t>
    </dgm:pt>
    <dgm:pt modelId="{77A7D56D-D0B3-419A-A0E0-3942CBFEF9D3}" type="sibTrans" cxnId="{A72689C9-3082-4680-8A06-53AA99C9A405}">
      <dgm:prSet/>
      <dgm:spPr/>
      <dgm:t>
        <a:bodyPr/>
        <a:lstStyle/>
        <a:p>
          <a:endParaRPr lang="ru-RU"/>
        </a:p>
      </dgm:t>
    </dgm:pt>
    <dgm:pt modelId="{DC045A09-65C4-497C-8089-5ECF5776EC60}">
      <dgm:prSet/>
      <dgm:spPr/>
      <dgm:t>
        <a:bodyPr/>
        <a:lstStyle/>
        <a:p>
          <a:r>
            <a:rPr lang="ru-RU" b="0" i="0" baseline="0"/>
            <a:t>Консолидация и элиминация внутригрупповых оборотов</a:t>
          </a:r>
          <a:endParaRPr lang="ru-RU"/>
        </a:p>
      </dgm:t>
    </dgm:pt>
    <dgm:pt modelId="{BA246A5B-7D95-433F-B7FE-481D002582A2}" type="parTrans" cxnId="{166B3D93-CDC1-4619-8CA4-7654459384F1}">
      <dgm:prSet/>
      <dgm:spPr/>
      <dgm:t>
        <a:bodyPr/>
        <a:lstStyle/>
        <a:p>
          <a:endParaRPr lang="ru-RU"/>
        </a:p>
      </dgm:t>
    </dgm:pt>
    <dgm:pt modelId="{1A6C1269-19E6-47D5-B19E-66DDDD49CA80}" type="sibTrans" cxnId="{166B3D93-CDC1-4619-8CA4-7654459384F1}">
      <dgm:prSet/>
      <dgm:spPr/>
      <dgm:t>
        <a:bodyPr/>
        <a:lstStyle/>
        <a:p>
          <a:endParaRPr lang="ru-RU"/>
        </a:p>
      </dgm:t>
    </dgm:pt>
    <dgm:pt modelId="{A35A3E03-A266-41EF-908B-96B21CD867BE}">
      <dgm:prSet/>
      <dgm:spPr/>
      <dgm:t>
        <a:bodyPr/>
        <a:lstStyle/>
        <a:p>
          <a:r>
            <a:rPr lang="ru-RU" b="0" i="0" baseline="0"/>
            <a:t>Проверка и классификация по видам деятельности</a:t>
          </a:r>
          <a:endParaRPr lang="ru-RU"/>
        </a:p>
      </dgm:t>
    </dgm:pt>
    <dgm:pt modelId="{F36A4A6E-22C0-445D-8B5D-20D6A7C209BF}" type="parTrans" cxnId="{7A534277-CDBA-423A-A07E-EB78AC377BE3}">
      <dgm:prSet/>
      <dgm:spPr/>
      <dgm:t>
        <a:bodyPr/>
        <a:lstStyle/>
        <a:p>
          <a:endParaRPr lang="ru-RU"/>
        </a:p>
      </dgm:t>
    </dgm:pt>
    <dgm:pt modelId="{72C0FE7C-9E5A-468E-8626-9AD12328F6CA}" type="sibTrans" cxnId="{7A534277-CDBA-423A-A07E-EB78AC377BE3}">
      <dgm:prSet/>
      <dgm:spPr/>
      <dgm:t>
        <a:bodyPr/>
        <a:lstStyle/>
        <a:p>
          <a:endParaRPr lang="ru-RU"/>
        </a:p>
      </dgm:t>
    </dgm:pt>
    <dgm:pt modelId="{0C5B4FFE-CF50-4B84-8146-0A565FF22F81}">
      <dgm:prSet/>
      <dgm:spPr/>
      <dgm:t>
        <a:bodyPr/>
        <a:lstStyle/>
        <a:p>
          <a:r>
            <a:rPr lang="ru-RU" b="0" i="0" baseline="0"/>
            <a:t>Формирование черновика отчета</a:t>
          </a:r>
          <a:endParaRPr lang="ru-RU"/>
        </a:p>
      </dgm:t>
    </dgm:pt>
    <dgm:pt modelId="{C46703AD-AF97-48C8-AEC3-6C87811ED786}" type="parTrans" cxnId="{AC78A0D7-7B28-46D5-A05C-24C2FB531826}">
      <dgm:prSet/>
      <dgm:spPr/>
      <dgm:t>
        <a:bodyPr/>
        <a:lstStyle/>
        <a:p>
          <a:endParaRPr lang="ru-RU"/>
        </a:p>
      </dgm:t>
    </dgm:pt>
    <dgm:pt modelId="{9C2D327A-0925-4A9F-A70F-D34206EAFD1F}" type="sibTrans" cxnId="{AC78A0D7-7B28-46D5-A05C-24C2FB531826}">
      <dgm:prSet/>
      <dgm:spPr/>
      <dgm:t>
        <a:bodyPr/>
        <a:lstStyle/>
        <a:p>
          <a:endParaRPr lang="ru-RU"/>
        </a:p>
      </dgm:t>
    </dgm:pt>
    <dgm:pt modelId="{64F7F3E5-2953-4F5F-B4F0-0ECD12104450}">
      <dgm:prSet/>
      <dgm:spPr/>
      <dgm:t>
        <a:bodyPr/>
        <a:lstStyle/>
        <a:p>
          <a:r>
            <a:rPr lang="ru-RU" b="0" i="0" baseline="0"/>
            <a:t>Внутренняя проверка</a:t>
          </a:r>
          <a:endParaRPr lang="ru-RU"/>
        </a:p>
      </dgm:t>
    </dgm:pt>
    <dgm:pt modelId="{7E345A72-E789-44E3-A57E-70C0954828CF}" type="parTrans" cxnId="{6FEB39E9-D00F-4628-A565-FE8953EF84E6}">
      <dgm:prSet/>
      <dgm:spPr/>
      <dgm:t>
        <a:bodyPr/>
        <a:lstStyle/>
        <a:p>
          <a:endParaRPr lang="ru-RU"/>
        </a:p>
      </dgm:t>
    </dgm:pt>
    <dgm:pt modelId="{B7F64986-DE60-4A54-B923-5BAFA803BE96}" type="sibTrans" cxnId="{6FEB39E9-D00F-4628-A565-FE8953EF84E6}">
      <dgm:prSet/>
      <dgm:spPr/>
      <dgm:t>
        <a:bodyPr/>
        <a:lstStyle/>
        <a:p>
          <a:endParaRPr lang="ru-RU"/>
        </a:p>
      </dgm:t>
    </dgm:pt>
    <dgm:pt modelId="{C7DAD467-45A7-4918-8724-2378D72F1E92}">
      <dgm:prSet/>
      <dgm:spPr/>
      <dgm:t>
        <a:bodyPr/>
        <a:lstStyle/>
        <a:p>
          <a:r>
            <a:rPr lang="ru-RU" b="0" i="0" baseline="0"/>
            <a:t>Утверждение руководством</a:t>
          </a:r>
          <a:endParaRPr lang="ru-RU"/>
        </a:p>
      </dgm:t>
    </dgm:pt>
    <dgm:pt modelId="{0A19DD15-1DA6-4A72-823A-015BDF916C6F}" type="parTrans" cxnId="{83FAB746-A58A-486B-873E-21C30A41A129}">
      <dgm:prSet/>
      <dgm:spPr/>
      <dgm:t>
        <a:bodyPr/>
        <a:lstStyle/>
        <a:p>
          <a:endParaRPr lang="ru-RU"/>
        </a:p>
      </dgm:t>
    </dgm:pt>
    <dgm:pt modelId="{46CA256A-12FC-4114-A3F6-EF924C549288}" type="sibTrans" cxnId="{83FAB746-A58A-486B-873E-21C30A41A129}">
      <dgm:prSet/>
      <dgm:spPr/>
      <dgm:t>
        <a:bodyPr/>
        <a:lstStyle/>
        <a:p>
          <a:endParaRPr lang="ru-RU"/>
        </a:p>
      </dgm:t>
    </dgm:pt>
    <dgm:pt modelId="{683C0FE8-70F5-4CC9-9B13-401F40CACE0B}">
      <dgm:prSet/>
      <dgm:spPr/>
      <dgm:t>
        <a:bodyPr/>
        <a:lstStyle/>
        <a:p>
          <a:r>
            <a:rPr lang="ru-RU" b="0" i="0" baseline="0"/>
            <a:t>Публикация и архивация</a:t>
          </a:r>
          <a:endParaRPr lang="ru-RU"/>
        </a:p>
      </dgm:t>
    </dgm:pt>
    <dgm:pt modelId="{34ED50C6-83B8-47A1-946D-8C0D138A349D}" type="parTrans" cxnId="{2C7FB98D-724E-4A72-8FB1-3A3C348704B7}">
      <dgm:prSet/>
      <dgm:spPr/>
      <dgm:t>
        <a:bodyPr/>
        <a:lstStyle/>
        <a:p>
          <a:endParaRPr lang="ru-RU"/>
        </a:p>
      </dgm:t>
    </dgm:pt>
    <dgm:pt modelId="{B172CD42-897A-43FE-A108-D6F2830E903B}" type="sibTrans" cxnId="{2C7FB98D-724E-4A72-8FB1-3A3C348704B7}">
      <dgm:prSet/>
      <dgm:spPr/>
      <dgm:t>
        <a:bodyPr/>
        <a:lstStyle/>
        <a:p>
          <a:endParaRPr lang="ru-RU"/>
        </a:p>
      </dgm:t>
    </dgm:pt>
    <dgm:pt modelId="{F990A194-8409-430B-AB6C-96B154FD14B8}" type="pres">
      <dgm:prSet presAssocID="{F9D41537-A34C-4D1B-8051-BBB131EEFA4B}" presName="CompostProcess" presStyleCnt="0">
        <dgm:presLayoutVars>
          <dgm:dir/>
          <dgm:resizeHandles val="exact"/>
        </dgm:presLayoutVars>
      </dgm:prSet>
      <dgm:spPr/>
    </dgm:pt>
    <dgm:pt modelId="{BBB29DF2-4102-4A50-A763-07186802CC8C}" type="pres">
      <dgm:prSet presAssocID="{F9D41537-A34C-4D1B-8051-BBB131EEFA4B}" presName="arrow" presStyleLbl="bgShp" presStyleIdx="0" presStyleCnt="1"/>
      <dgm:spPr/>
    </dgm:pt>
    <dgm:pt modelId="{1A36A4D3-4081-4D45-AD91-AC3AF3532BA3}" type="pres">
      <dgm:prSet presAssocID="{F9D41537-A34C-4D1B-8051-BBB131EEFA4B}" presName="linearProcess" presStyleCnt="0"/>
      <dgm:spPr/>
    </dgm:pt>
    <dgm:pt modelId="{4333D53D-1A2F-49F0-9755-741F4D276CC4}" type="pres">
      <dgm:prSet presAssocID="{771E79F8-299D-4379-A618-93FAA0E70B4A}" presName="textNode" presStyleLbl="node1" presStyleIdx="0" presStyleCnt="8">
        <dgm:presLayoutVars>
          <dgm:bulletEnabled val="1"/>
        </dgm:presLayoutVars>
      </dgm:prSet>
      <dgm:spPr/>
    </dgm:pt>
    <dgm:pt modelId="{C5624EE8-6663-4CEA-B0D6-66CA6727E912}" type="pres">
      <dgm:prSet presAssocID="{0AD548AA-6FD8-4196-8AD3-1B20C62B3906}" presName="sibTrans" presStyleCnt="0"/>
      <dgm:spPr/>
    </dgm:pt>
    <dgm:pt modelId="{15B35546-87F4-4C63-9ECC-0998568B91A4}" type="pres">
      <dgm:prSet presAssocID="{136A8EE9-F22A-4EF0-925F-9FF1F4AB2DA2}" presName="textNode" presStyleLbl="node1" presStyleIdx="1" presStyleCnt="8">
        <dgm:presLayoutVars>
          <dgm:bulletEnabled val="1"/>
        </dgm:presLayoutVars>
      </dgm:prSet>
      <dgm:spPr/>
    </dgm:pt>
    <dgm:pt modelId="{E1D4ABA6-C12D-4057-9C93-DF11CB58517A}" type="pres">
      <dgm:prSet presAssocID="{77A7D56D-D0B3-419A-A0E0-3942CBFEF9D3}" presName="sibTrans" presStyleCnt="0"/>
      <dgm:spPr/>
    </dgm:pt>
    <dgm:pt modelId="{14F77DC6-426C-4937-B817-1100194EA702}" type="pres">
      <dgm:prSet presAssocID="{DC045A09-65C4-497C-8089-5ECF5776EC60}" presName="textNode" presStyleLbl="node1" presStyleIdx="2" presStyleCnt="8">
        <dgm:presLayoutVars>
          <dgm:bulletEnabled val="1"/>
        </dgm:presLayoutVars>
      </dgm:prSet>
      <dgm:spPr/>
    </dgm:pt>
    <dgm:pt modelId="{7E75E841-B8B1-4E8A-92CF-583A885524D3}" type="pres">
      <dgm:prSet presAssocID="{1A6C1269-19E6-47D5-B19E-66DDDD49CA80}" presName="sibTrans" presStyleCnt="0"/>
      <dgm:spPr/>
    </dgm:pt>
    <dgm:pt modelId="{DF622613-D569-4C29-98B2-FAB32023A237}" type="pres">
      <dgm:prSet presAssocID="{A35A3E03-A266-41EF-908B-96B21CD867BE}" presName="textNode" presStyleLbl="node1" presStyleIdx="3" presStyleCnt="8">
        <dgm:presLayoutVars>
          <dgm:bulletEnabled val="1"/>
        </dgm:presLayoutVars>
      </dgm:prSet>
      <dgm:spPr/>
    </dgm:pt>
    <dgm:pt modelId="{54077FBA-CC27-4F4C-94EE-43654D5114CB}" type="pres">
      <dgm:prSet presAssocID="{72C0FE7C-9E5A-468E-8626-9AD12328F6CA}" presName="sibTrans" presStyleCnt="0"/>
      <dgm:spPr/>
    </dgm:pt>
    <dgm:pt modelId="{1161FC36-CBCA-44AF-83E2-AC6A8D520177}" type="pres">
      <dgm:prSet presAssocID="{0C5B4FFE-CF50-4B84-8146-0A565FF22F81}" presName="textNode" presStyleLbl="node1" presStyleIdx="4" presStyleCnt="8">
        <dgm:presLayoutVars>
          <dgm:bulletEnabled val="1"/>
        </dgm:presLayoutVars>
      </dgm:prSet>
      <dgm:spPr/>
    </dgm:pt>
    <dgm:pt modelId="{92FCD9FE-8CB9-4DB0-8E9B-F45060688A68}" type="pres">
      <dgm:prSet presAssocID="{9C2D327A-0925-4A9F-A70F-D34206EAFD1F}" presName="sibTrans" presStyleCnt="0"/>
      <dgm:spPr/>
    </dgm:pt>
    <dgm:pt modelId="{148F5377-771A-40C4-ABF1-5112CAB63376}" type="pres">
      <dgm:prSet presAssocID="{64F7F3E5-2953-4F5F-B4F0-0ECD12104450}" presName="textNode" presStyleLbl="node1" presStyleIdx="5" presStyleCnt="8">
        <dgm:presLayoutVars>
          <dgm:bulletEnabled val="1"/>
        </dgm:presLayoutVars>
      </dgm:prSet>
      <dgm:spPr/>
    </dgm:pt>
    <dgm:pt modelId="{919AB2D8-C2B0-486C-8D47-19234B7A4B82}" type="pres">
      <dgm:prSet presAssocID="{B7F64986-DE60-4A54-B923-5BAFA803BE96}" presName="sibTrans" presStyleCnt="0"/>
      <dgm:spPr/>
    </dgm:pt>
    <dgm:pt modelId="{D1959195-DB96-450F-A0B2-2AC7F92DF094}" type="pres">
      <dgm:prSet presAssocID="{C7DAD467-45A7-4918-8724-2378D72F1E92}" presName="textNode" presStyleLbl="node1" presStyleIdx="6" presStyleCnt="8">
        <dgm:presLayoutVars>
          <dgm:bulletEnabled val="1"/>
        </dgm:presLayoutVars>
      </dgm:prSet>
      <dgm:spPr/>
    </dgm:pt>
    <dgm:pt modelId="{B914CBC7-B2CF-407F-B3F3-550C823405B2}" type="pres">
      <dgm:prSet presAssocID="{46CA256A-12FC-4114-A3F6-EF924C549288}" presName="sibTrans" presStyleCnt="0"/>
      <dgm:spPr/>
    </dgm:pt>
    <dgm:pt modelId="{7BF7AD8D-E9E1-40E8-BA8E-93BAD5DB4EA4}" type="pres">
      <dgm:prSet presAssocID="{683C0FE8-70F5-4CC9-9B13-401F40CACE0B}" presName="textNode" presStyleLbl="node1" presStyleIdx="7" presStyleCnt="8">
        <dgm:presLayoutVars>
          <dgm:bulletEnabled val="1"/>
        </dgm:presLayoutVars>
      </dgm:prSet>
      <dgm:spPr/>
    </dgm:pt>
  </dgm:ptLst>
  <dgm:cxnLst>
    <dgm:cxn modelId="{D0994104-BF8D-4707-AF65-570E77FA713B}" type="presOf" srcId="{771E79F8-299D-4379-A618-93FAA0E70B4A}" destId="{4333D53D-1A2F-49F0-9755-741F4D276CC4}" srcOrd="0" destOrd="0" presId="urn:microsoft.com/office/officeart/2005/8/layout/hProcess9"/>
    <dgm:cxn modelId="{8471C610-7EEA-47B8-BCAD-F51437E47251}" type="presOf" srcId="{A35A3E03-A266-41EF-908B-96B21CD867BE}" destId="{DF622613-D569-4C29-98B2-FAB32023A237}" srcOrd="0" destOrd="0" presId="urn:microsoft.com/office/officeart/2005/8/layout/hProcess9"/>
    <dgm:cxn modelId="{BCFA3E11-A3D1-498E-92A7-B7685C74B220}" type="presOf" srcId="{DC045A09-65C4-497C-8089-5ECF5776EC60}" destId="{14F77DC6-426C-4937-B817-1100194EA702}" srcOrd="0" destOrd="0" presId="urn:microsoft.com/office/officeart/2005/8/layout/hProcess9"/>
    <dgm:cxn modelId="{83FAB746-A58A-486B-873E-21C30A41A129}" srcId="{F9D41537-A34C-4D1B-8051-BBB131EEFA4B}" destId="{C7DAD467-45A7-4918-8724-2378D72F1E92}" srcOrd="6" destOrd="0" parTransId="{0A19DD15-1DA6-4A72-823A-015BDF916C6F}" sibTransId="{46CA256A-12FC-4114-A3F6-EF924C549288}"/>
    <dgm:cxn modelId="{70082D6D-C782-4D4F-A0C4-B2D52367D56D}" type="presOf" srcId="{0C5B4FFE-CF50-4B84-8146-0A565FF22F81}" destId="{1161FC36-CBCA-44AF-83E2-AC6A8D520177}" srcOrd="0" destOrd="0" presId="urn:microsoft.com/office/officeart/2005/8/layout/hProcess9"/>
    <dgm:cxn modelId="{7A534277-CDBA-423A-A07E-EB78AC377BE3}" srcId="{F9D41537-A34C-4D1B-8051-BBB131EEFA4B}" destId="{A35A3E03-A266-41EF-908B-96B21CD867BE}" srcOrd="3" destOrd="0" parTransId="{F36A4A6E-22C0-445D-8B5D-20D6A7C209BF}" sibTransId="{72C0FE7C-9E5A-468E-8626-9AD12328F6CA}"/>
    <dgm:cxn modelId="{2C7FB98D-724E-4A72-8FB1-3A3C348704B7}" srcId="{F9D41537-A34C-4D1B-8051-BBB131EEFA4B}" destId="{683C0FE8-70F5-4CC9-9B13-401F40CACE0B}" srcOrd="7" destOrd="0" parTransId="{34ED50C6-83B8-47A1-946D-8C0D138A349D}" sibTransId="{B172CD42-897A-43FE-A108-D6F2830E903B}"/>
    <dgm:cxn modelId="{166B3D93-CDC1-4619-8CA4-7654459384F1}" srcId="{F9D41537-A34C-4D1B-8051-BBB131EEFA4B}" destId="{DC045A09-65C4-497C-8089-5ECF5776EC60}" srcOrd="2" destOrd="0" parTransId="{BA246A5B-7D95-433F-B7FE-481D002582A2}" sibTransId="{1A6C1269-19E6-47D5-B19E-66DDDD49CA80}"/>
    <dgm:cxn modelId="{54D814B2-0B2C-4034-A39E-0B14F9C9116B}" type="presOf" srcId="{683C0FE8-70F5-4CC9-9B13-401F40CACE0B}" destId="{7BF7AD8D-E9E1-40E8-BA8E-93BAD5DB4EA4}" srcOrd="0" destOrd="0" presId="urn:microsoft.com/office/officeart/2005/8/layout/hProcess9"/>
    <dgm:cxn modelId="{1711DEB3-9A0D-4FB0-A520-ACA59F66874D}" type="presOf" srcId="{64F7F3E5-2953-4F5F-B4F0-0ECD12104450}" destId="{148F5377-771A-40C4-ABF1-5112CAB63376}" srcOrd="0" destOrd="0" presId="urn:microsoft.com/office/officeart/2005/8/layout/hProcess9"/>
    <dgm:cxn modelId="{C76AF5B4-4530-4A10-A044-CEB6ECD03108}" type="presOf" srcId="{136A8EE9-F22A-4EF0-925F-9FF1F4AB2DA2}" destId="{15B35546-87F4-4C63-9ECC-0998568B91A4}" srcOrd="0" destOrd="0" presId="urn:microsoft.com/office/officeart/2005/8/layout/hProcess9"/>
    <dgm:cxn modelId="{A18975C2-CDF1-4E76-A3F0-783F844227E8}" srcId="{F9D41537-A34C-4D1B-8051-BBB131EEFA4B}" destId="{771E79F8-299D-4379-A618-93FAA0E70B4A}" srcOrd="0" destOrd="0" parTransId="{982CBCF1-7728-486A-BA45-CDD00DC12C5A}" sibTransId="{0AD548AA-6FD8-4196-8AD3-1B20C62B3906}"/>
    <dgm:cxn modelId="{85F2CEC8-358C-4FDF-AF0E-C4977026EB9A}" type="presOf" srcId="{C7DAD467-45A7-4918-8724-2378D72F1E92}" destId="{D1959195-DB96-450F-A0B2-2AC7F92DF094}" srcOrd="0" destOrd="0" presId="urn:microsoft.com/office/officeart/2005/8/layout/hProcess9"/>
    <dgm:cxn modelId="{A72689C9-3082-4680-8A06-53AA99C9A405}" srcId="{F9D41537-A34C-4D1B-8051-BBB131EEFA4B}" destId="{136A8EE9-F22A-4EF0-925F-9FF1F4AB2DA2}" srcOrd="1" destOrd="0" parTransId="{6F4FEB56-4DD3-46B2-9656-0311A4BF53B2}" sibTransId="{77A7D56D-D0B3-419A-A0E0-3942CBFEF9D3}"/>
    <dgm:cxn modelId="{AC78A0D7-7B28-46D5-A05C-24C2FB531826}" srcId="{F9D41537-A34C-4D1B-8051-BBB131EEFA4B}" destId="{0C5B4FFE-CF50-4B84-8146-0A565FF22F81}" srcOrd="4" destOrd="0" parTransId="{C46703AD-AF97-48C8-AEC3-6C87811ED786}" sibTransId="{9C2D327A-0925-4A9F-A70F-D34206EAFD1F}"/>
    <dgm:cxn modelId="{6FEB39E9-D00F-4628-A565-FE8953EF84E6}" srcId="{F9D41537-A34C-4D1B-8051-BBB131EEFA4B}" destId="{64F7F3E5-2953-4F5F-B4F0-0ECD12104450}" srcOrd="5" destOrd="0" parTransId="{7E345A72-E789-44E3-A57E-70C0954828CF}" sibTransId="{B7F64986-DE60-4A54-B923-5BAFA803BE96}"/>
    <dgm:cxn modelId="{6464E8F5-3246-49A5-B352-781DED2E9E7C}" type="presOf" srcId="{F9D41537-A34C-4D1B-8051-BBB131EEFA4B}" destId="{F990A194-8409-430B-AB6C-96B154FD14B8}" srcOrd="0" destOrd="0" presId="urn:microsoft.com/office/officeart/2005/8/layout/hProcess9"/>
    <dgm:cxn modelId="{19B3EF76-D7C3-43BF-8D05-6C8067F69C95}" type="presParOf" srcId="{F990A194-8409-430B-AB6C-96B154FD14B8}" destId="{BBB29DF2-4102-4A50-A763-07186802CC8C}" srcOrd="0" destOrd="0" presId="urn:microsoft.com/office/officeart/2005/8/layout/hProcess9"/>
    <dgm:cxn modelId="{35AC1E8B-AF63-4F45-9F76-D6DDD7D4BBDE}" type="presParOf" srcId="{F990A194-8409-430B-AB6C-96B154FD14B8}" destId="{1A36A4D3-4081-4D45-AD91-AC3AF3532BA3}" srcOrd="1" destOrd="0" presId="urn:microsoft.com/office/officeart/2005/8/layout/hProcess9"/>
    <dgm:cxn modelId="{0E75DC4D-10C7-4988-B370-C9CA3E1F33CF}" type="presParOf" srcId="{1A36A4D3-4081-4D45-AD91-AC3AF3532BA3}" destId="{4333D53D-1A2F-49F0-9755-741F4D276CC4}" srcOrd="0" destOrd="0" presId="urn:microsoft.com/office/officeart/2005/8/layout/hProcess9"/>
    <dgm:cxn modelId="{05C148B3-DC85-427E-A0B1-DAD81AE9F910}" type="presParOf" srcId="{1A36A4D3-4081-4D45-AD91-AC3AF3532BA3}" destId="{C5624EE8-6663-4CEA-B0D6-66CA6727E912}" srcOrd="1" destOrd="0" presId="urn:microsoft.com/office/officeart/2005/8/layout/hProcess9"/>
    <dgm:cxn modelId="{354A6A83-F29B-4BBF-9EAF-0D3C24FCBFD0}" type="presParOf" srcId="{1A36A4D3-4081-4D45-AD91-AC3AF3532BA3}" destId="{15B35546-87F4-4C63-9ECC-0998568B91A4}" srcOrd="2" destOrd="0" presId="urn:microsoft.com/office/officeart/2005/8/layout/hProcess9"/>
    <dgm:cxn modelId="{1E3AC470-F1D9-4221-9494-95619FC39CE1}" type="presParOf" srcId="{1A36A4D3-4081-4D45-AD91-AC3AF3532BA3}" destId="{E1D4ABA6-C12D-4057-9C93-DF11CB58517A}" srcOrd="3" destOrd="0" presId="urn:microsoft.com/office/officeart/2005/8/layout/hProcess9"/>
    <dgm:cxn modelId="{56D46499-15AE-4FD2-A3FF-6A2244DF166B}" type="presParOf" srcId="{1A36A4D3-4081-4D45-AD91-AC3AF3532BA3}" destId="{14F77DC6-426C-4937-B817-1100194EA702}" srcOrd="4" destOrd="0" presId="urn:microsoft.com/office/officeart/2005/8/layout/hProcess9"/>
    <dgm:cxn modelId="{1646EE9C-2615-4019-8E88-6DB41EC942B3}" type="presParOf" srcId="{1A36A4D3-4081-4D45-AD91-AC3AF3532BA3}" destId="{7E75E841-B8B1-4E8A-92CF-583A885524D3}" srcOrd="5" destOrd="0" presId="urn:microsoft.com/office/officeart/2005/8/layout/hProcess9"/>
    <dgm:cxn modelId="{AAE39BFF-9DBA-4DBC-B691-A53C3BFF8DCC}" type="presParOf" srcId="{1A36A4D3-4081-4D45-AD91-AC3AF3532BA3}" destId="{DF622613-D569-4C29-98B2-FAB32023A237}" srcOrd="6" destOrd="0" presId="urn:microsoft.com/office/officeart/2005/8/layout/hProcess9"/>
    <dgm:cxn modelId="{4F1C4C15-FAE9-4297-8F70-3D221407D8CD}" type="presParOf" srcId="{1A36A4D3-4081-4D45-AD91-AC3AF3532BA3}" destId="{54077FBA-CC27-4F4C-94EE-43654D5114CB}" srcOrd="7" destOrd="0" presId="urn:microsoft.com/office/officeart/2005/8/layout/hProcess9"/>
    <dgm:cxn modelId="{467E761A-7222-4D80-9C74-3F047DCF0B32}" type="presParOf" srcId="{1A36A4D3-4081-4D45-AD91-AC3AF3532BA3}" destId="{1161FC36-CBCA-44AF-83E2-AC6A8D520177}" srcOrd="8" destOrd="0" presId="urn:microsoft.com/office/officeart/2005/8/layout/hProcess9"/>
    <dgm:cxn modelId="{1EDD7AB2-A2D2-42E6-B39A-6C230DC21F85}" type="presParOf" srcId="{1A36A4D3-4081-4D45-AD91-AC3AF3532BA3}" destId="{92FCD9FE-8CB9-4DB0-8E9B-F45060688A68}" srcOrd="9" destOrd="0" presId="urn:microsoft.com/office/officeart/2005/8/layout/hProcess9"/>
    <dgm:cxn modelId="{3E947771-5DB2-4BB1-83C2-C1413E383B48}" type="presParOf" srcId="{1A36A4D3-4081-4D45-AD91-AC3AF3532BA3}" destId="{148F5377-771A-40C4-ABF1-5112CAB63376}" srcOrd="10" destOrd="0" presId="urn:microsoft.com/office/officeart/2005/8/layout/hProcess9"/>
    <dgm:cxn modelId="{BC4FCF76-7796-40FF-BD99-CA731FF98282}" type="presParOf" srcId="{1A36A4D3-4081-4D45-AD91-AC3AF3532BA3}" destId="{919AB2D8-C2B0-486C-8D47-19234B7A4B82}" srcOrd="11" destOrd="0" presId="urn:microsoft.com/office/officeart/2005/8/layout/hProcess9"/>
    <dgm:cxn modelId="{70B6BCC6-E0B4-468A-895D-4A62627972C2}" type="presParOf" srcId="{1A36A4D3-4081-4D45-AD91-AC3AF3532BA3}" destId="{D1959195-DB96-450F-A0B2-2AC7F92DF094}" srcOrd="12" destOrd="0" presId="urn:microsoft.com/office/officeart/2005/8/layout/hProcess9"/>
    <dgm:cxn modelId="{09FF0A8A-3FF7-4BA4-A438-FC0829551B68}" type="presParOf" srcId="{1A36A4D3-4081-4D45-AD91-AC3AF3532BA3}" destId="{B914CBC7-B2CF-407F-B3F3-550C823405B2}" srcOrd="13" destOrd="0" presId="urn:microsoft.com/office/officeart/2005/8/layout/hProcess9"/>
    <dgm:cxn modelId="{FEE10465-1A33-470F-8929-786AD024E54F}" type="presParOf" srcId="{1A36A4D3-4081-4D45-AD91-AC3AF3532BA3}" destId="{7BF7AD8D-E9E1-40E8-BA8E-93BAD5DB4EA4}" srcOrd="1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92E33784-0830-4FA2-99D5-CE12001AF584}" type="doc">
      <dgm:prSet loTypeId="urn:microsoft.com/office/officeart/2005/8/layout/vList2" loCatId="list" qsTypeId="urn:microsoft.com/office/officeart/2005/8/quickstyle/simple3" qsCatId="simple" csTypeId="urn:microsoft.com/office/officeart/2005/8/colors/accent1_2" csCatId="accent1"/>
      <dgm:spPr/>
      <dgm:t>
        <a:bodyPr/>
        <a:lstStyle/>
        <a:p>
          <a:endParaRPr lang="ru-RU"/>
        </a:p>
      </dgm:t>
    </dgm:pt>
    <dgm:pt modelId="{5D3041E0-EBB1-4922-81A6-A938C9D007C7}">
      <dgm:prSet/>
      <dgm:spPr/>
      <dgm:t>
        <a:bodyPr/>
        <a:lstStyle/>
        <a:p>
          <a:r>
            <a:rPr lang="ru-RU" b="0" i="0" baseline="0"/>
            <a:t>Основные сущности:</a:t>
          </a:r>
          <a:endParaRPr lang="ru-RU"/>
        </a:p>
      </dgm:t>
    </dgm:pt>
    <dgm:pt modelId="{0CC6A31B-AD1D-4D5B-BE1B-27CA29610167}" type="parTrans" cxnId="{7C6B9FF2-05EB-409F-8CE4-EF0164AED1A4}">
      <dgm:prSet/>
      <dgm:spPr/>
      <dgm:t>
        <a:bodyPr/>
        <a:lstStyle/>
        <a:p>
          <a:endParaRPr lang="ru-RU"/>
        </a:p>
      </dgm:t>
    </dgm:pt>
    <dgm:pt modelId="{AB1984B9-CE9A-4C47-B887-F57151AAF40B}" type="sibTrans" cxnId="{7C6B9FF2-05EB-409F-8CE4-EF0164AED1A4}">
      <dgm:prSet/>
      <dgm:spPr/>
      <dgm:t>
        <a:bodyPr/>
        <a:lstStyle/>
        <a:p>
          <a:endParaRPr lang="ru-RU"/>
        </a:p>
      </dgm:t>
    </dgm:pt>
    <dgm:pt modelId="{07BBB298-0180-4035-9C9E-0705B554C90F}">
      <dgm:prSet/>
      <dgm:spPr/>
      <dgm:t>
        <a:bodyPr/>
        <a:lstStyle/>
        <a:p>
          <a:r>
            <a:rPr lang="ru-RU" b="0" i="0" baseline="0"/>
            <a:t>Группа компаний</a:t>
          </a:r>
          <a:endParaRPr lang="ru-RU"/>
        </a:p>
      </dgm:t>
    </dgm:pt>
    <dgm:pt modelId="{D7B4AB8C-E9B7-41F2-B091-8F78DD9C318B}" type="parTrans" cxnId="{8C2208B8-96CA-4B1D-9BD6-B4AB7C840997}">
      <dgm:prSet/>
      <dgm:spPr/>
      <dgm:t>
        <a:bodyPr/>
        <a:lstStyle/>
        <a:p>
          <a:endParaRPr lang="ru-RU"/>
        </a:p>
      </dgm:t>
    </dgm:pt>
    <dgm:pt modelId="{854DEBB4-20E9-4434-BD79-F33A1B825C46}" type="sibTrans" cxnId="{8C2208B8-96CA-4B1D-9BD6-B4AB7C840997}">
      <dgm:prSet/>
      <dgm:spPr/>
      <dgm:t>
        <a:bodyPr/>
        <a:lstStyle/>
        <a:p>
          <a:endParaRPr lang="ru-RU"/>
        </a:p>
      </dgm:t>
    </dgm:pt>
    <dgm:pt modelId="{731DBFA2-BE96-4A57-BE42-CD918CB7E5F9}">
      <dgm:prSet/>
      <dgm:spPr/>
      <dgm:t>
        <a:bodyPr/>
        <a:lstStyle/>
        <a:p>
          <a:r>
            <a:rPr lang="ru-RU" b="0" i="0" baseline="0"/>
            <a:t>Отчетный период</a:t>
          </a:r>
          <a:endParaRPr lang="ru-RU"/>
        </a:p>
      </dgm:t>
    </dgm:pt>
    <dgm:pt modelId="{F7EC3341-201C-418A-B6D2-80A9067E2FE7}" type="parTrans" cxnId="{D2C29285-A760-4C23-83F9-C21B07DEBD9A}">
      <dgm:prSet/>
      <dgm:spPr/>
      <dgm:t>
        <a:bodyPr/>
        <a:lstStyle/>
        <a:p>
          <a:endParaRPr lang="ru-RU"/>
        </a:p>
      </dgm:t>
    </dgm:pt>
    <dgm:pt modelId="{0D0CECF4-6E0B-4BFC-9869-0A11D981EF5E}" type="sibTrans" cxnId="{D2C29285-A760-4C23-83F9-C21B07DEBD9A}">
      <dgm:prSet/>
      <dgm:spPr/>
      <dgm:t>
        <a:bodyPr/>
        <a:lstStyle/>
        <a:p>
          <a:endParaRPr lang="ru-RU"/>
        </a:p>
      </dgm:t>
    </dgm:pt>
    <dgm:pt modelId="{554D36F6-621E-492D-A0FF-51B489165842}">
      <dgm:prSet/>
      <dgm:spPr/>
      <dgm:t>
        <a:bodyPr/>
        <a:lstStyle/>
        <a:p>
          <a:r>
            <a:rPr lang="ru-RU" b="0" i="0" baseline="0"/>
            <a:t>Отчет</a:t>
          </a:r>
          <a:endParaRPr lang="ru-RU"/>
        </a:p>
      </dgm:t>
    </dgm:pt>
    <dgm:pt modelId="{21A4824B-CC45-4E38-99CA-C9B84C57F9A3}" type="parTrans" cxnId="{3650AC2F-6B66-4CE0-A3D5-84DC08B8D8F2}">
      <dgm:prSet/>
      <dgm:spPr/>
      <dgm:t>
        <a:bodyPr/>
        <a:lstStyle/>
        <a:p>
          <a:endParaRPr lang="ru-RU"/>
        </a:p>
      </dgm:t>
    </dgm:pt>
    <dgm:pt modelId="{8A6D09F6-50A3-4F0E-AA83-2A57E366801E}" type="sibTrans" cxnId="{3650AC2F-6B66-4CE0-A3D5-84DC08B8D8F2}">
      <dgm:prSet/>
      <dgm:spPr/>
      <dgm:t>
        <a:bodyPr/>
        <a:lstStyle/>
        <a:p>
          <a:endParaRPr lang="ru-RU"/>
        </a:p>
      </dgm:t>
    </dgm:pt>
    <dgm:pt modelId="{F26FEF17-ACB9-4219-A0AE-6A80112CDD27}">
      <dgm:prSet/>
      <dgm:spPr/>
      <dgm:t>
        <a:bodyPr/>
        <a:lstStyle/>
        <a:p>
          <a:r>
            <a:rPr lang="ru-RU" b="0" i="0" baseline="0"/>
            <a:t>Раздел отчета</a:t>
          </a:r>
          <a:endParaRPr lang="ru-RU"/>
        </a:p>
      </dgm:t>
    </dgm:pt>
    <dgm:pt modelId="{517D0288-1BCB-4BA3-8796-5AC631C2C1EB}" type="parTrans" cxnId="{95EF414D-D1A1-4D0D-A2F3-31ABB6947A74}">
      <dgm:prSet/>
      <dgm:spPr/>
      <dgm:t>
        <a:bodyPr/>
        <a:lstStyle/>
        <a:p>
          <a:endParaRPr lang="ru-RU"/>
        </a:p>
      </dgm:t>
    </dgm:pt>
    <dgm:pt modelId="{3E87318E-52E8-491E-B5BD-8883A51E9ED6}" type="sibTrans" cxnId="{95EF414D-D1A1-4D0D-A2F3-31ABB6947A74}">
      <dgm:prSet/>
      <dgm:spPr/>
      <dgm:t>
        <a:bodyPr/>
        <a:lstStyle/>
        <a:p>
          <a:endParaRPr lang="ru-RU"/>
        </a:p>
      </dgm:t>
    </dgm:pt>
    <dgm:pt modelId="{068E4CFB-5382-469A-8F1F-59B073F69A5E}">
      <dgm:prSet/>
      <dgm:spPr/>
      <dgm:t>
        <a:bodyPr/>
        <a:lstStyle/>
        <a:p>
          <a:r>
            <a:rPr lang="ru-RU" b="0" i="0" baseline="0"/>
            <a:t>Строка отчета</a:t>
          </a:r>
          <a:endParaRPr lang="ru-RU"/>
        </a:p>
      </dgm:t>
    </dgm:pt>
    <dgm:pt modelId="{7125A734-DF1B-45EC-B438-0207DC36A5AE}" type="parTrans" cxnId="{9246C82B-8098-4DB6-921C-C1A9BF1D9522}">
      <dgm:prSet/>
      <dgm:spPr/>
      <dgm:t>
        <a:bodyPr/>
        <a:lstStyle/>
        <a:p>
          <a:endParaRPr lang="ru-RU"/>
        </a:p>
      </dgm:t>
    </dgm:pt>
    <dgm:pt modelId="{0120A9D1-DE2A-4CD7-A496-249CFB4D86C4}" type="sibTrans" cxnId="{9246C82B-8098-4DB6-921C-C1A9BF1D9522}">
      <dgm:prSet/>
      <dgm:spPr/>
      <dgm:t>
        <a:bodyPr/>
        <a:lstStyle/>
        <a:p>
          <a:endParaRPr lang="ru-RU"/>
        </a:p>
      </dgm:t>
    </dgm:pt>
    <dgm:pt modelId="{EEB737E8-D7F4-406E-9EE1-C09B873A92C1}">
      <dgm:prSet/>
      <dgm:spPr/>
      <dgm:t>
        <a:bodyPr/>
        <a:lstStyle/>
        <a:p>
          <a:r>
            <a:rPr lang="ru-RU" b="0" i="0" baseline="0"/>
            <a:t>Показатель (значение строки)</a:t>
          </a:r>
          <a:endParaRPr lang="ru-RU"/>
        </a:p>
      </dgm:t>
    </dgm:pt>
    <dgm:pt modelId="{2DEA9E9E-73F4-4AFE-8861-F6D775D897B2}" type="parTrans" cxnId="{A0093E6A-683B-4A12-A829-D5B8F505A0BF}">
      <dgm:prSet/>
      <dgm:spPr/>
      <dgm:t>
        <a:bodyPr/>
        <a:lstStyle/>
        <a:p>
          <a:endParaRPr lang="ru-RU"/>
        </a:p>
      </dgm:t>
    </dgm:pt>
    <dgm:pt modelId="{269AD5BB-290A-4584-893C-87742B5C7546}" type="sibTrans" cxnId="{A0093E6A-683B-4A12-A829-D5B8F505A0BF}">
      <dgm:prSet/>
      <dgm:spPr/>
      <dgm:t>
        <a:bodyPr/>
        <a:lstStyle/>
        <a:p>
          <a:endParaRPr lang="ru-RU"/>
        </a:p>
      </dgm:t>
    </dgm:pt>
    <dgm:pt modelId="{6755A178-EFEB-4A1A-A941-CCEFD54A7CDA}">
      <dgm:prSet/>
      <dgm:spPr/>
      <dgm:t>
        <a:bodyPr/>
        <a:lstStyle/>
        <a:p>
          <a:r>
            <a:rPr lang="ru-RU" b="0" i="0" baseline="0"/>
            <a:t>Остатки денежных средств</a:t>
          </a:r>
          <a:endParaRPr lang="ru-RU"/>
        </a:p>
      </dgm:t>
    </dgm:pt>
    <dgm:pt modelId="{BCA23A01-62DC-4C5B-9172-E1DA0D0C022A}" type="parTrans" cxnId="{1A3D2CE8-F1F4-4B09-8AFD-73030FD96F92}">
      <dgm:prSet/>
      <dgm:spPr/>
      <dgm:t>
        <a:bodyPr/>
        <a:lstStyle/>
        <a:p>
          <a:endParaRPr lang="ru-RU"/>
        </a:p>
      </dgm:t>
    </dgm:pt>
    <dgm:pt modelId="{84030238-A87A-4C81-9973-E6B42235E004}" type="sibTrans" cxnId="{1A3D2CE8-F1F4-4B09-8AFD-73030FD96F92}">
      <dgm:prSet/>
      <dgm:spPr/>
      <dgm:t>
        <a:bodyPr/>
        <a:lstStyle/>
        <a:p>
          <a:endParaRPr lang="ru-RU"/>
        </a:p>
      </dgm:t>
    </dgm:pt>
    <dgm:pt modelId="{292432D8-EEE3-4B61-8ABC-CFEDF64B5F9D}">
      <dgm:prSet/>
      <dgm:spPr/>
      <dgm:t>
        <a:bodyPr/>
        <a:lstStyle/>
        <a:p>
          <a:r>
            <a:rPr lang="ru-RU" b="0" i="0" baseline="0"/>
            <a:t>Связи: 1:M, M:M (через таблицу значений)</a:t>
          </a:r>
          <a:endParaRPr lang="ru-RU"/>
        </a:p>
      </dgm:t>
    </dgm:pt>
    <dgm:pt modelId="{CBFC38F1-262E-454A-9C49-8C7F5EFC5EF4}" type="parTrans" cxnId="{781BB7D3-4D24-40A2-BE99-3ABF8724ACB9}">
      <dgm:prSet/>
      <dgm:spPr/>
      <dgm:t>
        <a:bodyPr/>
        <a:lstStyle/>
        <a:p>
          <a:endParaRPr lang="ru-RU"/>
        </a:p>
      </dgm:t>
    </dgm:pt>
    <dgm:pt modelId="{D76E5C51-2ED8-456B-B26D-5DAB69BDA5B0}" type="sibTrans" cxnId="{781BB7D3-4D24-40A2-BE99-3ABF8724ACB9}">
      <dgm:prSet/>
      <dgm:spPr/>
      <dgm:t>
        <a:bodyPr/>
        <a:lstStyle/>
        <a:p>
          <a:endParaRPr lang="ru-RU"/>
        </a:p>
      </dgm:t>
    </dgm:pt>
    <dgm:pt modelId="{FB37AF6A-58E0-4BB7-8DC4-056E9EA0BD1A}" type="pres">
      <dgm:prSet presAssocID="{92E33784-0830-4FA2-99D5-CE12001AF584}" presName="linear" presStyleCnt="0">
        <dgm:presLayoutVars>
          <dgm:animLvl val="lvl"/>
          <dgm:resizeHandles val="exact"/>
        </dgm:presLayoutVars>
      </dgm:prSet>
      <dgm:spPr/>
    </dgm:pt>
    <dgm:pt modelId="{7FF68699-4A45-4B4F-AE9B-7F821E6A4E97}" type="pres">
      <dgm:prSet presAssocID="{5D3041E0-EBB1-4922-81A6-A938C9D007C7}" presName="parentText" presStyleLbl="node1" presStyleIdx="0" presStyleCnt="2" custLinFactNeighborX="-175" custLinFactNeighborY="-8624">
        <dgm:presLayoutVars>
          <dgm:chMax val="0"/>
          <dgm:bulletEnabled val="1"/>
        </dgm:presLayoutVars>
      </dgm:prSet>
      <dgm:spPr/>
    </dgm:pt>
    <dgm:pt modelId="{CD925B40-5B22-4F3E-A2F1-FC432EDC34C1}" type="pres">
      <dgm:prSet presAssocID="{5D3041E0-EBB1-4922-81A6-A938C9D007C7}" presName="childText" presStyleLbl="revTx" presStyleIdx="0" presStyleCnt="1">
        <dgm:presLayoutVars>
          <dgm:bulletEnabled val="1"/>
        </dgm:presLayoutVars>
      </dgm:prSet>
      <dgm:spPr/>
    </dgm:pt>
    <dgm:pt modelId="{BEF1542A-322B-4802-A670-623DDD649244}" type="pres">
      <dgm:prSet presAssocID="{292432D8-EEE3-4B61-8ABC-CFEDF64B5F9D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9A3E5B11-2368-4E4E-AC91-4634F91619C1}" type="presOf" srcId="{F26FEF17-ACB9-4219-A0AE-6A80112CDD27}" destId="{CD925B40-5B22-4F3E-A2F1-FC432EDC34C1}" srcOrd="0" destOrd="3" presId="urn:microsoft.com/office/officeart/2005/8/layout/vList2"/>
    <dgm:cxn modelId="{9246C82B-8098-4DB6-921C-C1A9BF1D9522}" srcId="{5D3041E0-EBB1-4922-81A6-A938C9D007C7}" destId="{068E4CFB-5382-469A-8F1F-59B073F69A5E}" srcOrd="4" destOrd="0" parTransId="{7125A734-DF1B-45EC-B438-0207DC36A5AE}" sibTransId="{0120A9D1-DE2A-4CD7-A496-249CFB4D86C4}"/>
    <dgm:cxn modelId="{3650AC2F-6B66-4CE0-A3D5-84DC08B8D8F2}" srcId="{5D3041E0-EBB1-4922-81A6-A938C9D007C7}" destId="{554D36F6-621E-492D-A0FF-51B489165842}" srcOrd="2" destOrd="0" parTransId="{21A4824B-CC45-4E38-99CA-C9B84C57F9A3}" sibTransId="{8A6D09F6-50A3-4F0E-AA83-2A57E366801E}"/>
    <dgm:cxn modelId="{A0093E6A-683B-4A12-A829-D5B8F505A0BF}" srcId="{5D3041E0-EBB1-4922-81A6-A938C9D007C7}" destId="{EEB737E8-D7F4-406E-9EE1-C09B873A92C1}" srcOrd="5" destOrd="0" parTransId="{2DEA9E9E-73F4-4AFE-8861-F6D775D897B2}" sibTransId="{269AD5BB-290A-4584-893C-87742B5C7546}"/>
    <dgm:cxn modelId="{64E9A24C-6003-49FE-B1C4-F047A1A70487}" type="presOf" srcId="{5D3041E0-EBB1-4922-81A6-A938C9D007C7}" destId="{7FF68699-4A45-4B4F-AE9B-7F821E6A4E97}" srcOrd="0" destOrd="0" presId="urn:microsoft.com/office/officeart/2005/8/layout/vList2"/>
    <dgm:cxn modelId="{95EF414D-D1A1-4D0D-A2F3-31ABB6947A74}" srcId="{5D3041E0-EBB1-4922-81A6-A938C9D007C7}" destId="{F26FEF17-ACB9-4219-A0AE-6A80112CDD27}" srcOrd="3" destOrd="0" parTransId="{517D0288-1BCB-4BA3-8796-5AC631C2C1EB}" sibTransId="{3E87318E-52E8-491E-B5BD-8883A51E9ED6}"/>
    <dgm:cxn modelId="{DB5C7B77-6619-4068-85EE-346699B47AD2}" type="presOf" srcId="{292432D8-EEE3-4B61-8ABC-CFEDF64B5F9D}" destId="{BEF1542A-322B-4802-A670-623DDD649244}" srcOrd="0" destOrd="0" presId="urn:microsoft.com/office/officeart/2005/8/layout/vList2"/>
    <dgm:cxn modelId="{D2C29285-A760-4C23-83F9-C21B07DEBD9A}" srcId="{5D3041E0-EBB1-4922-81A6-A938C9D007C7}" destId="{731DBFA2-BE96-4A57-BE42-CD918CB7E5F9}" srcOrd="1" destOrd="0" parTransId="{F7EC3341-201C-418A-B6D2-80A9067E2FE7}" sibTransId="{0D0CECF4-6E0B-4BFC-9869-0A11D981EF5E}"/>
    <dgm:cxn modelId="{026B6A89-EC61-4890-AFDB-6342332AC8DE}" type="presOf" srcId="{068E4CFB-5382-469A-8F1F-59B073F69A5E}" destId="{CD925B40-5B22-4F3E-A2F1-FC432EDC34C1}" srcOrd="0" destOrd="4" presId="urn:microsoft.com/office/officeart/2005/8/layout/vList2"/>
    <dgm:cxn modelId="{4D96148B-53A3-46F0-8D7C-0D210401372B}" type="presOf" srcId="{92E33784-0830-4FA2-99D5-CE12001AF584}" destId="{FB37AF6A-58E0-4BB7-8DC4-056E9EA0BD1A}" srcOrd="0" destOrd="0" presId="urn:microsoft.com/office/officeart/2005/8/layout/vList2"/>
    <dgm:cxn modelId="{856FE18B-4E88-4E9C-9F22-BC880CED219E}" type="presOf" srcId="{07BBB298-0180-4035-9C9E-0705B554C90F}" destId="{CD925B40-5B22-4F3E-A2F1-FC432EDC34C1}" srcOrd="0" destOrd="0" presId="urn:microsoft.com/office/officeart/2005/8/layout/vList2"/>
    <dgm:cxn modelId="{EA9F8197-1BF8-46C9-BCB7-1B859736BEDF}" type="presOf" srcId="{731DBFA2-BE96-4A57-BE42-CD918CB7E5F9}" destId="{CD925B40-5B22-4F3E-A2F1-FC432EDC34C1}" srcOrd="0" destOrd="1" presId="urn:microsoft.com/office/officeart/2005/8/layout/vList2"/>
    <dgm:cxn modelId="{C006E3A4-7151-4609-BEEC-FDEFA9404955}" type="presOf" srcId="{554D36F6-621E-492D-A0FF-51B489165842}" destId="{CD925B40-5B22-4F3E-A2F1-FC432EDC34C1}" srcOrd="0" destOrd="2" presId="urn:microsoft.com/office/officeart/2005/8/layout/vList2"/>
    <dgm:cxn modelId="{581DAFA7-062C-469D-AD06-246F415DA098}" type="presOf" srcId="{EEB737E8-D7F4-406E-9EE1-C09B873A92C1}" destId="{CD925B40-5B22-4F3E-A2F1-FC432EDC34C1}" srcOrd="0" destOrd="5" presId="urn:microsoft.com/office/officeart/2005/8/layout/vList2"/>
    <dgm:cxn modelId="{8C2208B8-96CA-4B1D-9BD6-B4AB7C840997}" srcId="{5D3041E0-EBB1-4922-81A6-A938C9D007C7}" destId="{07BBB298-0180-4035-9C9E-0705B554C90F}" srcOrd="0" destOrd="0" parTransId="{D7B4AB8C-E9B7-41F2-B091-8F78DD9C318B}" sibTransId="{854DEBB4-20E9-4434-BD79-F33A1B825C46}"/>
    <dgm:cxn modelId="{781BB7D3-4D24-40A2-BE99-3ABF8724ACB9}" srcId="{92E33784-0830-4FA2-99D5-CE12001AF584}" destId="{292432D8-EEE3-4B61-8ABC-CFEDF64B5F9D}" srcOrd="1" destOrd="0" parTransId="{CBFC38F1-262E-454A-9C49-8C7F5EFC5EF4}" sibTransId="{D76E5C51-2ED8-456B-B26D-5DAB69BDA5B0}"/>
    <dgm:cxn modelId="{1A3D2CE8-F1F4-4B09-8AFD-73030FD96F92}" srcId="{5D3041E0-EBB1-4922-81A6-A938C9D007C7}" destId="{6755A178-EFEB-4A1A-A941-CCEFD54A7CDA}" srcOrd="6" destOrd="0" parTransId="{BCA23A01-62DC-4C5B-9172-E1DA0D0C022A}" sibTransId="{84030238-A87A-4C81-9973-E6B42235E004}"/>
    <dgm:cxn modelId="{079855EC-9DB7-438A-8A9B-7B8446656232}" type="presOf" srcId="{6755A178-EFEB-4A1A-A941-CCEFD54A7CDA}" destId="{CD925B40-5B22-4F3E-A2F1-FC432EDC34C1}" srcOrd="0" destOrd="6" presId="urn:microsoft.com/office/officeart/2005/8/layout/vList2"/>
    <dgm:cxn modelId="{7C6B9FF2-05EB-409F-8CE4-EF0164AED1A4}" srcId="{92E33784-0830-4FA2-99D5-CE12001AF584}" destId="{5D3041E0-EBB1-4922-81A6-A938C9D007C7}" srcOrd="0" destOrd="0" parTransId="{0CC6A31B-AD1D-4D5B-BE1B-27CA29610167}" sibTransId="{AB1984B9-CE9A-4C47-B887-F57151AAF40B}"/>
    <dgm:cxn modelId="{1A432A10-23BA-4B90-9FF1-FA0BDFE5AB3B}" type="presParOf" srcId="{FB37AF6A-58E0-4BB7-8DC4-056E9EA0BD1A}" destId="{7FF68699-4A45-4B4F-AE9B-7F821E6A4E97}" srcOrd="0" destOrd="0" presId="urn:microsoft.com/office/officeart/2005/8/layout/vList2"/>
    <dgm:cxn modelId="{68D201E1-D0F7-4AB0-BB5E-F16F777B9BBD}" type="presParOf" srcId="{FB37AF6A-58E0-4BB7-8DC4-056E9EA0BD1A}" destId="{CD925B40-5B22-4F3E-A2F1-FC432EDC34C1}" srcOrd="1" destOrd="0" presId="urn:microsoft.com/office/officeart/2005/8/layout/vList2"/>
    <dgm:cxn modelId="{F3E967A6-72FE-4CB7-9551-2CC3331DE4EE}" type="presParOf" srcId="{FB37AF6A-58E0-4BB7-8DC4-056E9EA0BD1A}" destId="{BEF1542A-322B-4802-A670-623DDD649244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58A8747F-818D-471B-8920-FF4C40A3FA1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ru-RU"/>
        </a:p>
      </dgm:t>
    </dgm:pt>
    <dgm:pt modelId="{4FEC3DE8-51A8-443C-9618-09DB8F3BEAD4}">
      <dgm:prSet/>
      <dgm:spPr/>
      <dgm:t>
        <a:bodyPr/>
        <a:lstStyle/>
        <a:p>
          <a:r>
            <a:rPr lang="ru-RU" b="0" i="0" baseline="0"/>
            <a:t>В ходе работы:</a:t>
          </a:r>
          <a:endParaRPr lang="ru-RU"/>
        </a:p>
      </dgm:t>
    </dgm:pt>
    <dgm:pt modelId="{268C19E1-986B-4212-A8AD-968598BD0CF4}" type="parTrans" cxnId="{EF19D7EB-A731-439F-B725-1F3CB721DC1C}">
      <dgm:prSet/>
      <dgm:spPr/>
      <dgm:t>
        <a:bodyPr/>
        <a:lstStyle/>
        <a:p>
          <a:endParaRPr lang="ru-RU"/>
        </a:p>
      </dgm:t>
    </dgm:pt>
    <dgm:pt modelId="{397CC1BC-500A-491E-9E12-B75D90F90F83}" type="sibTrans" cxnId="{EF19D7EB-A731-439F-B725-1F3CB721DC1C}">
      <dgm:prSet/>
      <dgm:spPr/>
      <dgm:t>
        <a:bodyPr/>
        <a:lstStyle/>
        <a:p>
          <a:endParaRPr lang="ru-RU"/>
        </a:p>
      </dgm:t>
    </dgm:pt>
    <dgm:pt modelId="{B3EFE68A-5F55-4E4B-8DF9-DDF9BEEDCCC3}">
      <dgm:prSet/>
      <dgm:spPr/>
      <dgm:t>
        <a:bodyPr/>
        <a:lstStyle/>
        <a:p>
          <a:r>
            <a:rPr lang="ru-RU" b="0" i="0" baseline="0"/>
            <a:t>Проведен реквизитный анализ документа ПАО «Сбер»</a:t>
          </a:r>
          <a:endParaRPr lang="ru-RU"/>
        </a:p>
      </dgm:t>
    </dgm:pt>
    <dgm:pt modelId="{17E60E9E-FE57-4F19-9FD7-96A8B61E279A}" type="parTrans" cxnId="{305F1A36-2822-4EB9-B722-CFB808B5B582}">
      <dgm:prSet/>
      <dgm:spPr/>
      <dgm:t>
        <a:bodyPr/>
        <a:lstStyle/>
        <a:p>
          <a:endParaRPr lang="ru-RU"/>
        </a:p>
      </dgm:t>
    </dgm:pt>
    <dgm:pt modelId="{28986834-6207-4341-94CB-5F3EBA5C189B}" type="sibTrans" cxnId="{305F1A36-2822-4EB9-B722-CFB808B5B582}">
      <dgm:prSet/>
      <dgm:spPr/>
      <dgm:t>
        <a:bodyPr/>
        <a:lstStyle/>
        <a:p>
          <a:endParaRPr lang="ru-RU"/>
        </a:p>
      </dgm:t>
    </dgm:pt>
    <dgm:pt modelId="{3E80FEB8-DE8A-465F-A994-28EBC9749352}">
      <dgm:prSet/>
      <dgm:spPr/>
      <dgm:t>
        <a:bodyPr/>
        <a:lstStyle/>
        <a:p>
          <a:r>
            <a:rPr lang="ru-RU" b="0" i="0" baseline="0"/>
            <a:t>Выделены экономические и финансовые реквизиты</a:t>
          </a:r>
          <a:endParaRPr lang="ru-RU"/>
        </a:p>
      </dgm:t>
    </dgm:pt>
    <dgm:pt modelId="{85AE0B81-55C6-4FB0-9268-6038F9AEE321}" type="parTrans" cxnId="{7F86B61E-DF2D-4CFE-9AAA-DD6B01E1B31C}">
      <dgm:prSet/>
      <dgm:spPr/>
      <dgm:t>
        <a:bodyPr/>
        <a:lstStyle/>
        <a:p>
          <a:endParaRPr lang="ru-RU"/>
        </a:p>
      </dgm:t>
    </dgm:pt>
    <dgm:pt modelId="{2E077AEB-6612-42BB-B631-EA9632059F30}" type="sibTrans" cxnId="{7F86B61E-DF2D-4CFE-9AAA-DD6B01E1B31C}">
      <dgm:prSet/>
      <dgm:spPr/>
      <dgm:t>
        <a:bodyPr/>
        <a:lstStyle/>
        <a:p>
          <a:endParaRPr lang="ru-RU"/>
        </a:p>
      </dgm:t>
    </dgm:pt>
    <dgm:pt modelId="{69DB9187-851F-4BC5-A7ED-32A840051524}">
      <dgm:prSet/>
      <dgm:spPr/>
      <dgm:t>
        <a:bodyPr/>
        <a:lstStyle/>
        <a:p>
          <a:r>
            <a:rPr lang="ru-RU" b="0" i="0" baseline="0"/>
            <a:t>Изучен стандарт BPMN 2.0 и построена диаграмма процесса</a:t>
          </a:r>
          <a:endParaRPr lang="ru-RU"/>
        </a:p>
      </dgm:t>
    </dgm:pt>
    <dgm:pt modelId="{BA91B5C1-7138-4195-A5CA-B3A73CB2D722}" type="parTrans" cxnId="{9160A37B-D7D2-4CD8-B1C2-A4B3280260D5}">
      <dgm:prSet/>
      <dgm:spPr/>
      <dgm:t>
        <a:bodyPr/>
        <a:lstStyle/>
        <a:p>
          <a:endParaRPr lang="ru-RU"/>
        </a:p>
      </dgm:t>
    </dgm:pt>
    <dgm:pt modelId="{5E0327E2-CC07-44C8-B91F-334523929DDB}" type="sibTrans" cxnId="{9160A37B-D7D2-4CD8-B1C2-A4B3280260D5}">
      <dgm:prSet/>
      <dgm:spPr/>
      <dgm:t>
        <a:bodyPr/>
        <a:lstStyle/>
        <a:p>
          <a:endParaRPr lang="ru-RU"/>
        </a:p>
      </dgm:t>
    </dgm:pt>
    <dgm:pt modelId="{ED7544DB-35A1-47CD-9E35-73BF8D3DE017}">
      <dgm:prSet/>
      <dgm:spPr/>
      <dgm:t>
        <a:bodyPr/>
        <a:lstStyle/>
        <a:p>
          <a:r>
            <a:rPr lang="ru-RU" b="0" i="0" baseline="0"/>
            <a:t>Спроектирована БД (концептуальная, логическая, физическая)</a:t>
          </a:r>
          <a:endParaRPr lang="ru-RU"/>
        </a:p>
      </dgm:t>
    </dgm:pt>
    <dgm:pt modelId="{DEC3CE87-C6AA-430B-8F63-B6420FFE817A}" type="parTrans" cxnId="{B7C080AA-CDF6-4632-8ADD-486C4E8E9998}">
      <dgm:prSet/>
      <dgm:spPr/>
      <dgm:t>
        <a:bodyPr/>
        <a:lstStyle/>
        <a:p>
          <a:endParaRPr lang="ru-RU"/>
        </a:p>
      </dgm:t>
    </dgm:pt>
    <dgm:pt modelId="{5DA5EB2F-9041-48B8-85BB-35366DC8890C}" type="sibTrans" cxnId="{B7C080AA-CDF6-4632-8ADD-486C4E8E9998}">
      <dgm:prSet/>
      <dgm:spPr/>
      <dgm:t>
        <a:bodyPr/>
        <a:lstStyle/>
        <a:p>
          <a:endParaRPr lang="ru-RU"/>
        </a:p>
      </dgm:t>
    </dgm:pt>
    <dgm:pt modelId="{11691186-9170-43CB-B448-BE65B361157F}">
      <dgm:prSet/>
      <dgm:spPr/>
      <dgm:t>
        <a:bodyPr/>
        <a:lstStyle/>
        <a:p>
          <a:r>
            <a:rPr lang="ru-RU" b="0" i="0" baseline="0"/>
            <a:t>Результат: документ может быть представлен в виде реляционной БД, где строки отчета — записи, показатели — СЕИ, суммы — основания, заголовки — признаки.</a:t>
          </a:r>
          <a:endParaRPr lang="ru-RU"/>
        </a:p>
      </dgm:t>
    </dgm:pt>
    <dgm:pt modelId="{04115368-7438-40BB-81A8-A45DFF761B26}" type="parTrans" cxnId="{65CE2848-6B16-4D48-A90F-57A487ACB700}">
      <dgm:prSet/>
      <dgm:spPr/>
      <dgm:t>
        <a:bodyPr/>
        <a:lstStyle/>
        <a:p>
          <a:endParaRPr lang="ru-RU"/>
        </a:p>
      </dgm:t>
    </dgm:pt>
    <dgm:pt modelId="{10EAE734-90B8-4888-BA60-48EF5AC0AC5A}" type="sibTrans" cxnId="{65CE2848-6B16-4D48-A90F-57A487ACB700}">
      <dgm:prSet/>
      <dgm:spPr/>
      <dgm:t>
        <a:bodyPr/>
        <a:lstStyle/>
        <a:p>
          <a:endParaRPr lang="ru-RU"/>
        </a:p>
      </dgm:t>
    </dgm:pt>
    <dgm:pt modelId="{528F4E68-BEEC-4E6F-8A1E-A33F3E97C014}">
      <dgm:prSet/>
      <dgm:spPr/>
      <dgm:t>
        <a:bodyPr/>
        <a:lstStyle/>
        <a:p>
          <a:r>
            <a:rPr lang="ru-RU" b="0" i="0" baseline="0"/>
            <a:t>Цели достигнуты, задачи выполнены в полном объеме.</a:t>
          </a:r>
          <a:endParaRPr lang="ru-RU"/>
        </a:p>
      </dgm:t>
    </dgm:pt>
    <dgm:pt modelId="{DBD19378-C02B-44FA-91B1-D833928E7DF0}" type="parTrans" cxnId="{A4B46554-53CD-472A-BD5A-29C4625D7D21}">
      <dgm:prSet/>
      <dgm:spPr/>
      <dgm:t>
        <a:bodyPr/>
        <a:lstStyle/>
        <a:p>
          <a:endParaRPr lang="ru-RU"/>
        </a:p>
      </dgm:t>
    </dgm:pt>
    <dgm:pt modelId="{7B1BF4D2-D5D9-446C-A8A6-9A49C54D0289}" type="sibTrans" cxnId="{A4B46554-53CD-472A-BD5A-29C4625D7D21}">
      <dgm:prSet/>
      <dgm:spPr/>
      <dgm:t>
        <a:bodyPr/>
        <a:lstStyle/>
        <a:p>
          <a:endParaRPr lang="ru-RU"/>
        </a:p>
      </dgm:t>
    </dgm:pt>
    <dgm:pt modelId="{EC1EC035-1999-4E4E-B352-255767DA0461}" type="pres">
      <dgm:prSet presAssocID="{58A8747F-818D-471B-8920-FF4C40A3FA1E}" presName="linear" presStyleCnt="0">
        <dgm:presLayoutVars>
          <dgm:animLvl val="lvl"/>
          <dgm:resizeHandles val="exact"/>
        </dgm:presLayoutVars>
      </dgm:prSet>
      <dgm:spPr/>
    </dgm:pt>
    <dgm:pt modelId="{8FBECC16-4EF2-457C-8844-D64C9FC3928F}" type="pres">
      <dgm:prSet presAssocID="{4FEC3DE8-51A8-443C-9618-09DB8F3BEAD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3A42D843-E868-44C5-B146-D4D6615CF63E}" type="pres">
      <dgm:prSet presAssocID="{4FEC3DE8-51A8-443C-9618-09DB8F3BEAD4}" presName="childText" presStyleLbl="revTx" presStyleIdx="0" presStyleCnt="1">
        <dgm:presLayoutVars>
          <dgm:bulletEnabled val="1"/>
        </dgm:presLayoutVars>
      </dgm:prSet>
      <dgm:spPr/>
    </dgm:pt>
    <dgm:pt modelId="{81AAB2B7-0B98-4AF5-9055-4AD79FF51E7F}" type="pres">
      <dgm:prSet presAssocID="{11691186-9170-43CB-B448-BE65B361157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0D46653-432F-44C5-BD74-15C1294F069E}" type="pres">
      <dgm:prSet presAssocID="{10EAE734-90B8-4888-BA60-48EF5AC0AC5A}" presName="spacer" presStyleCnt="0"/>
      <dgm:spPr/>
    </dgm:pt>
    <dgm:pt modelId="{99787E78-3700-425A-B8F3-22C35C1832FE}" type="pres">
      <dgm:prSet presAssocID="{528F4E68-BEEC-4E6F-8A1E-A33F3E97C014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097C8018-B3F4-40E2-9591-72CD7B498687}" type="presOf" srcId="{4FEC3DE8-51A8-443C-9618-09DB8F3BEAD4}" destId="{8FBECC16-4EF2-457C-8844-D64C9FC3928F}" srcOrd="0" destOrd="0" presId="urn:microsoft.com/office/officeart/2005/8/layout/vList2"/>
    <dgm:cxn modelId="{7F86B61E-DF2D-4CFE-9AAA-DD6B01E1B31C}" srcId="{4FEC3DE8-51A8-443C-9618-09DB8F3BEAD4}" destId="{3E80FEB8-DE8A-465F-A994-28EBC9749352}" srcOrd="1" destOrd="0" parTransId="{85AE0B81-55C6-4FB0-9268-6038F9AEE321}" sibTransId="{2E077AEB-6612-42BB-B631-EA9632059F30}"/>
    <dgm:cxn modelId="{4E4B6220-6952-4D85-89A8-F27CDAF523CF}" type="presOf" srcId="{B3EFE68A-5F55-4E4B-8DF9-DDF9BEEDCCC3}" destId="{3A42D843-E868-44C5-B146-D4D6615CF63E}" srcOrd="0" destOrd="0" presId="urn:microsoft.com/office/officeart/2005/8/layout/vList2"/>
    <dgm:cxn modelId="{176E9533-B08C-4B18-8F5A-1A61324C4BD4}" type="presOf" srcId="{58A8747F-818D-471B-8920-FF4C40A3FA1E}" destId="{EC1EC035-1999-4E4E-B352-255767DA0461}" srcOrd="0" destOrd="0" presId="urn:microsoft.com/office/officeart/2005/8/layout/vList2"/>
    <dgm:cxn modelId="{305F1A36-2822-4EB9-B722-CFB808B5B582}" srcId="{4FEC3DE8-51A8-443C-9618-09DB8F3BEAD4}" destId="{B3EFE68A-5F55-4E4B-8DF9-DDF9BEEDCCC3}" srcOrd="0" destOrd="0" parTransId="{17E60E9E-FE57-4F19-9FD7-96A8B61E279A}" sibTransId="{28986834-6207-4341-94CB-5F3EBA5C189B}"/>
    <dgm:cxn modelId="{B3300E63-971D-4C7A-BCD2-A59BBEAD6C39}" type="presOf" srcId="{528F4E68-BEEC-4E6F-8A1E-A33F3E97C014}" destId="{99787E78-3700-425A-B8F3-22C35C1832FE}" srcOrd="0" destOrd="0" presId="urn:microsoft.com/office/officeart/2005/8/layout/vList2"/>
    <dgm:cxn modelId="{65CE2848-6B16-4D48-A90F-57A487ACB700}" srcId="{58A8747F-818D-471B-8920-FF4C40A3FA1E}" destId="{11691186-9170-43CB-B448-BE65B361157F}" srcOrd="1" destOrd="0" parTransId="{04115368-7438-40BB-81A8-A45DFF761B26}" sibTransId="{10EAE734-90B8-4888-BA60-48EF5AC0AC5A}"/>
    <dgm:cxn modelId="{A4B46554-53CD-472A-BD5A-29C4625D7D21}" srcId="{58A8747F-818D-471B-8920-FF4C40A3FA1E}" destId="{528F4E68-BEEC-4E6F-8A1E-A33F3E97C014}" srcOrd="2" destOrd="0" parTransId="{DBD19378-C02B-44FA-91B1-D833928E7DF0}" sibTransId="{7B1BF4D2-D5D9-446C-A8A6-9A49C54D0289}"/>
    <dgm:cxn modelId="{9160A37B-D7D2-4CD8-B1C2-A4B3280260D5}" srcId="{4FEC3DE8-51A8-443C-9618-09DB8F3BEAD4}" destId="{69DB9187-851F-4BC5-A7ED-32A840051524}" srcOrd="2" destOrd="0" parTransId="{BA91B5C1-7138-4195-A5CA-B3A73CB2D722}" sibTransId="{5E0327E2-CC07-44C8-B91F-334523929DDB}"/>
    <dgm:cxn modelId="{AE58C098-245C-4439-93FB-A565BE91E719}" type="presOf" srcId="{3E80FEB8-DE8A-465F-A994-28EBC9749352}" destId="{3A42D843-E868-44C5-B146-D4D6615CF63E}" srcOrd="0" destOrd="1" presId="urn:microsoft.com/office/officeart/2005/8/layout/vList2"/>
    <dgm:cxn modelId="{AF7E039E-A4A7-48CB-B131-ACC76256A12E}" type="presOf" srcId="{ED7544DB-35A1-47CD-9E35-73BF8D3DE017}" destId="{3A42D843-E868-44C5-B146-D4D6615CF63E}" srcOrd="0" destOrd="3" presId="urn:microsoft.com/office/officeart/2005/8/layout/vList2"/>
    <dgm:cxn modelId="{B7C080AA-CDF6-4632-8ADD-486C4E8E9998}" srcId="{4FEC3DE8-51A8-443C-9618-09DB8F3BEAD4}" destId="{ED7544DB-35A1-47CD-9E35-73BF8D3DE017}" srcOrd="3" destOrd="0" parTransId="{DEC3CE87-C6AA-430B-8F63-B6420FFE817A}" sibTransId="{5DA5EB2F-9041-48B8-85BB-35366DC8890C}"/>
    <dgm:cxn modelId="{35707AC1-8C2F-4E31-889C-CCB8C66C17CD}" type="presOf" srcId="{69DB9187-851F-4BC5-A7ED-32A840051524}" destId="{3A42D843-E868-44C5-B146-D4D6615CF63E}" srcOrd="0" destOrd="2" presId="urn:microsoft.com/office/officeart/2005/8/layout/vList2"/>
    <dgm:cxn modelId="{2F5F0DCA-CA3C-4724-A99D-21F0FAB3A8BA}" type="presOf" srcId="{11691186-9170-43CB-B448-BE65B361157F}" destId="{81AAB2B7-0B98-4AF5-9055-4AD79FF51E7F}" srcOrd="0" destOrd="0" presId="urn:microsoft.com/office/officeart/2005/8/layout/vList2"/>
    <dgm:cxn modelId="{EF19D7EB-A731-439F-B725-1F3CB721DC1C}" srcId="{58A8747F-818D-471B-8920-FF4C40A3FA1E}" destId="{4FEC3DE8-51A8-443C-9618-09DB8F3BEAD4}" srcOrd="0" destOrd="0" parTransId="{268C19E1-986B-4212-A8AD-968598BD0CF4}" sibTransId="{397CC1BC-500A-491E-9E12-B75D90F90F83}"/>
    <dgm:cxn modelId="{3105D31F-EA23-4333-88ED-075A38212E28}" type="presParOf" srcId="{EC1EC035-1999-4E4E-B352-255767DA0461}" destId="{8FBECC16-4EF2-457C-8844-D64C9FC3928F}" srcOrd="0" destOrd="0" presId="urn:microsoft.com/office/officeart/2005/8/layout/vList2"/>
    <dgm:cxn modelId="{1F6F234A-7A5D-4430-98FA-E7CD660A8798}" type="presParOf" srcId="{EC1EC035-1999-4E4E-B352-255767DA0461}" destId="{3A42D843-E868-44C5-B146-D4D6615CF63E}" srcOrd="1" destOrd="0" presId="urn:microsoft.com/office/officeart/2005/8/layout/vList2"/>
    <dgm:cxn modelId="{82F40332-9B57-40EC-B5A8-992FDE2C9049}" type="presParOf" srcId="{EC1EC035-1999-4E4E-B352-255767DA0461}" destId="{81AAB2B7-0B98-4AF5-9055-4AD79FF51E7F}" srcOrd="2" destOrd="0" presId="urn:microsoft.com/office/officeart/2005/8/layout/vList2"/>
    <dgm:cxn modelId="{22C71AC7-BB15-410B-A0F3-28031C8C35A8}" type="presParOf" srcId="{EC1EC035-1999-4E4E-B352-255767DA0461}" destId="{50D46653-432F-44C5-BD74-15C1294F069E}" srcOrd="3" destOrd="0" presId="urn:microsoft.com/office/officeart/2005/8/layout/vList2"/>
    <dgm:cxn modelId="{A205D72B-4615-4375-A08F-07BF2F9663FE}" type="presParOf" srcId="{EC1EC035-1999-4E4E-B352-255767DA0461}" destId="{99787E78-3700-425A-B8F3-22C35C1832FE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8ECECC-E8DC-4555-A5EF-94B2FBA47DFB}">
      <dsp:nvSpPr>
        <dsp:cNvPr id="0" name=""/>
        <dsp:cNvSpPr/>
      </dsp:nvSpPr>
      <dsp:spPr>
        <a:xfrm>
          <a:off x="0" y="27928"/>
          <a:ext cx="5881632" cy="7722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b="0" i="0" kern="1200" baseline="0"/>
            <a:t>Характеристика:</a:t>
          </a:r>
          <a:endParaRPr lang="ru-RU" sz="3300" kern="1200"/>
        </a:p>
      </dsp:txBody>
      <dsp:txXfrm>
        <a:off x="37696" y="65624"/>
        <a:ext cx="5806240" cy="696808"/>
      </dsp:txXfrm>
    </dsp:sp>
    <dsp:sp modelId="{37534035-B04C-4205-8C64-9CB3BACAFEE2}">
      <dsp:nvSpPr>
        <dsp:cNvPr id="0" name=""/>
        <dsp:cNvSpPr/>
      </dsp:nvSpPr>
      <dsp:spPr>
        <a:xfrm>
          <a:off x="0" y="800128"/>
          <a:ext cx="5881632" cy="31422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742" tIns="41910" rIns="234696" bIns="41910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2600" b="0" i="0" kern="1200" baseline="0"/>
            <a:t>Организация: ПАО «Сбер»</a:t>
          </a:r>
          <a:endParaRPr lang="ru-RU" sz="2600" kern="120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2600" b="0" i="0" kern="1200" baseline="0"/>
            <a:t>Период: 9 мес., закончившихся 30 сентября 2025 и 2024 гг.</a:t>
          </a:r>
          <a:endParaRPr lang="ru-RU" sz="2600" kern="120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2600" b="0" i="0" kern="1200" baseline="0"/>
            <a:t>Ед. изм.: млрд руб.</a:t>
          </a:r>
          <a:endParaRPr lang="ru-RU" sz="2600" kern="120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2600" b="0" i="0" kern="1200" baseline="0"/>
            <a:t>Формат: табличный, фиксированный набор показателей</a:t>
          </a:r>
          <a:endParaRPr lang="ru-RU" sz="2600" kern="120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2600" b="0" i="0" kern="1200" baseline="0"/>
            <a:t>Тип: экономический документ фиксированного формата</a:t>
          </a:r>
          <a:endParaRPr lang="ru-RU" sz="2600" kern="1200"/>
        </a:p>
      </dsp:txBody>
      <dsp:txXfrm>
        <a:off x="0" y="800128"/>
        <a:ext cx="5881632" cy="314226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152E4F-AE5D-4486-96F4-DC949322E8CB}">
      <dsp:nvSpPr>
        <dsp:cNvPr id="0" name=""/>
        <dsp:cNvSpPr/>
      </dsp:nvSpPr>
      <dsp:spPr>
        <a:xfrm>
          <a:off x="0" y="0"/>
          <a:ext cx="6476999" cy="7722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b="0" i="0" kern="1200" baseline="0" dirty="0"/>
            <a:t>Структура:</a:t>
          </a:r>
          <a:endParaRPr lang="ru-RU" sz="3300" kern="1200" dirty="0"/>
        </a:p>
      </dsp:txBody>
      <dsp:txXfrm>
        <a:off x="37696" y="37696"/>
        <a:ext cx="6401607" cy="696808"/>
      </dsp:txXfrm>
    </dsp:sp>
    <dsp:sp modelId="{FFA4F5E7-53FE-4FC9-8195-F6F2DC30A2AE}">
      <dsp:nvSpPr>
        <dsp:cNvPr id="0" name=""/>
        <dsp:cNvSpPr/>
      </dsp:nvSpPr>
      <dsp:spPr>
        <a:xfrm>
          <a:off x="0" y="804658"/>
          <a:ext cx="6476999" cy="21176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5645" tIns="41910" rIns="234696" bIns="41910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2600" b="0" i="0" kern="1200" baseline="0"/>
            <a:t>Заголовочная часть (Тип 1)</a:t>
          </a:r>
          <a:endParaRPr lang="ru-RU" sz="2600" kern="120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2600" b="0" i="0" kern="1200" baseline="0"/>
            <a:t>Табличная предметная часть (Тип 2)</a:t>
          </a:r>
          <a:endParaRPr lang="ru-RU" sz="2600" kern="120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2600" b="0" i="0" kern="1200" baseline="0"/>
            <a:t>Пояснительные надписи (Тип 4)</a:t>
          </a:r>
          <a:endParaRPr lang="ru-RU" sz="2600" kern="120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2600" b="0" i="0" kern="1200" baseline="0"/>
            <a:t>Примечания (Тип 2)</a:t>
          </a:r>
          <a:endParaRPr lang="ru-RU" sz="2600" kern="120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2600" b="0" i="0" kern="1200" baseline="0"/>
            <a:t>Оформительские элементы (Тип 3)</a:t>
          </a:r>
          <a:endParaRPr lang="ru-RU" sz="2600" kern="1200"/>
        </a:p>
      </dsp:txBody>
      <dsp:txXfrm>
        <a:off x="0" y="804658"/>
        <a:ext cx="6476999" cy="211761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C7A897-EC0A-4987-95FD-B81D4BDF9663}">
      <dsp:nvSpPr>
        <dsp:cNvPr id="0" name=""/>
        <dsp:cNvSpPr/>
      </dsp:nvSpPr>
      <dsp:spPr>
        <a:xfrm>
          <a:off x="0" y="96943"/>
          <a:ext cx="10227385" cy="7722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b="0" i="0" kern="1200" baseline="0"/>
            <a:t>Операционная деятельность:</a:t>
          </a:r>
          <a:endParaRPr lang="ru-RU" sz="3300" kern="1200"/>
        </a:p>
      </dsp:txBody>
      <dsp:txXfrm>
        <a:off x="37696" y="134639"/>
        <a:ext cx="10151993" cy="696808"/>
      </dsp:txXfrm>
    </dsp:sp>
    <dsp:sp modelId="{7DECC07A-CEF5-448A-B462-2BF57AFB19AC}">
      <dsp:nvSpPr>
        <dsp:cNvPr id="0" name=""/>
        <dsp:cNvSpPr/>
      </dsp:nvSpPr>
      <dsp:spPr>
        <a:xfrm>
          <a:off x="0" y="869143"/>
          <a:ext cx="10227385" cy="7684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4719" tIns="41910" rIns="234696" bIns="41910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2600" b="0" i="0" kern="1200" baseline="0"/>
            <a:t>Процентные доходы/расходы, комиссии, дивиденды, административные расходы, налог на прибыль, чистые ДС от ОД</a:t>
          </a:r>
          <a:endParaRPr lang="ru-RU" sz="2600" kern="1200"/>
        </a:p>
      </dsp:txBody>
      <dsp:txXfrm>
        <a:off x="0" y="869143"/>
        <a:ext cx="10227385" cy="768487"/>
      </dsp:txXfrm>
    </dsp:sp>
    <dsp:sp modelId="{1E722938-1523-48C1-A98C-7A0EE0DA8147}">
      <dsp:nvSpPr>
        <dsp:cNvPr id="0" name=""/>
        <dsp:cNvSpPr/>
      </dsp:nvSpPr>
      <dsp:spPr>
        <a:xfrm>
          <a:off x="0" y="1637630"/>
          <a:ext cx="10227385" cy="7722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b="0" i="0" kern="1200" baseline="0"/>
            <a:t>Инвестиционная деятельность:</a:t>
          </a:r>
          <a:endParaRPr lang="ru-RU" sz="3300" kern="1200"/>
        </a:p>
      </dsp:txBody>
      <dsp:txXfrm>
        <a:off x="37696" y="1675326"/>
        <a:ext cx="10151993" cy="696808"/>
      </dsp:txXfrm>
    </dsp:sp>
    <dsp:sp modelId="{46E7D450-787E-4818-850E-94AF6D3CB972}">
      <dsp:nvSpPr>
        <dsp:cNvPr id="0" name=""/>
        <dsp:cNvSpPr/>
      </dsp:nvSpPr>
      <dsp:spPr>
        <a:xfrm>
          <a:off x="0" y="2409830"/>
          <a:ext cx="10227385" cy="546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4719" tIns="41910" rIns="234696" bIns="41910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2600" b="0" i="0" kern="1200" baseline="0"/>
            <a:t>Вложения в ОС, выручка от ОС, чистые ДС в ИД</a:t>
          </a:r>
          <a:endParaRPr lang="ru-RU" sz="2600" kern="1200"/>
        </a:p>
      </dsp:txBody>
      <dsp:txXfrm>
        <a:off x="0" y="2409830"/>
        <a:ext cx="10227385" cy="546480"/>
      </dsp:txXfrm>
    </dsp:sp>
    <dsp:sp modelId="{DAB8F8FB-8B66-4922-A3BB-4E53E6F87EB5}">
      <dsp:nvSpPr>
        <dsp:cNvPr id="0" name=""/>
        <dsp:cNvSpPr/>
      </dsp:nvSpPr>
      <dsp:spPr>
        <a:xfrm>
          <a:off x="0" y="2956310"/>
          <a:ext cx="10227385" cy="7722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b="0" i="0" kern="1200" baseline="0"/>
            <a:t>Финансовая деятельность:</a:t>
          </a:r>
          <a:endParaRPr lang="ru-RU" sz="3300" kern="1200"/>
        </a:p>
      </dsp:txBody>
      <dsp:txXfrm>
        <a:off x="37696" y="2994006"/>
        <a:ext cx="10151993" cy="696808"/>
      </dsp:txXfrm>
    </dsp:sp>
    <dsp:sp modelId="{A853EF6D-1F28-404D-89C3-59232ED65AAD}">
      <dsp:nvSpPr>
        <dsp:cNvPr id="0" name=""/>
        <dsp:cNvSpPr/>
      </dsp:nvSpPr>
      <dsp:spPr>
        <a:xfrm>
          <a:off x="0" y="3728510"/>
          <a:ext cx="10227385" cy="546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4719" tIns="41910" rIns="234696" bIns="41910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2600" b="0" i="0" kern="1200" baseline="0"/>
            <a:t>Займы, выкуп акций, выплаты акционерам, чистые ДС в ФД</a:t>
          </a:r>
          <a:endParaRPr lang="ru-RU" sz="2600" kern="1200"/>
        </a:p>
      </dsp:txBody>
      <dsp:txXfrm>
        <a:off x="0" y="3728510"/>
        <a:ext cx="10227385" cy="546480"/>
      </dsp:txXfrm>
    </dsp:sp>
    <dsp:sp modelId="{1E6E4AE3-1BA1-4457-AF0A-1086543AD108}">
      <dsp:nvSpPr>
        <dsp:cNvPr id="0" name=""/>
        <dsp:cNvSpPr/>
      </dsp:nvSpPr>
      <dsp:spPr>
        <a:xfrm>
          <a:off x="0" y="4274990"/>
          <a:ext cx="10227385" cy="7722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b="0" i="0" kern="1200" baseline="0"/>
            <a:t>Итоговые: курсовые разницы, остатки на начало/конец</a:t>
          </a:r>
          <a:endParaRPr lang="ru-RU" sz="3300" kern="1200"/>
        </a:p>
      </dsp:txBody>
      <dsp:txXfrm>
        <a:off x="37696" y="4312686"/>
        <a:ext cx="10151993" cy="69680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57BA6A-65C2-49F7-995D-E1BDACA4CA29}">
      <dsp:nvSpPr>
        <dsp:cNvPr id="0" name=""/>
        <dsp:cNvSpPr/>
      </dsp:nvSpPr>
      <dsp:spPr>
        <a:xfrm>
          <a:off x="0" y="99190"/>
          <a:ext cx="10584628" cy="491399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 baseline="0"/>
            <a:t>Экономические реквизиты (признаки):</a:t>
          </a:r>
          <a:endParaRPr lang="ru-RU" sz="2100" kern="1200"/>
        </a:p>
      </dsp:txBody>
      <dsp:txXfrm>
        <a:off x="23988" y="123178"/>
        <a:ext cx="10536652" cy="443423"/>
      </dsp:txXfrm>
    </dsp:sp>
    <dsp:sp modelId="{5E4403E8-EDF1-457A-AFC4-E617D8205FB5}">
      <dsp:nvSpPr>
        <dsp:cNvPr id="0" name=""/>
        <dsp:cNvSpPr/>
      </dsp:nvSpPr>
      <dsp:spPr>
        <a:xfrm>
          <a:off x="0" y="590590"/>
          <a:ext cx="10584628" cy="2608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6062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1600" b="0" i="0" kern="1200" baseline="0" dirty="0"/>
            <a:t>Наименование организации – ПАО «</a:t>
          </a:r>
          <a:r>
            <a:rPr lang="ru-RU" sz="1600" b="0" i="0" kern="1200" baseline="0" dirty="0" err="1"/>
            <a:t>Сбер</a:t>
          </a:r>
          <a:r>
            <a:rPr lang="ru-RU" sz="1600" b="0" i="0" kern="1200" baseline="0" dirty="0"/>
            <a:t>»</a:t>
          </a:r>
          <a:endParaRPr lang="ru-RU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1600" b="0" i="0" kern="1200" baseline="0" dirty="0"/>
            <a:t>Вид отчетности – промежуточный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1600" b="0" i="0" kern="1200" baseline="0" dirty="0"/>
            <a:t>Характер отчетности – консолидированный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1600" b="0" i="0" kern="1200" baseline="0" dirty="0"/>
            <a:t>Наименование формы – отчет о движении денежных средств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1600" b="0" i="0" kern="1200" baseline="0" dirty="0"/>
            <a:t>Отчетный период – 9 месяцев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1600" b="0" i="0" kern="1200" baseline="0" dirty="0"/>
            <a:t>Дата окончания периода – 30 сентября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1600" b="0" i="0" kern="1200" baseline="0" dirty="0"/>
            <a:t>Год отчетности – 2025 / 2024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1600" b="0" i="0" kern="1200" baseline="0" dirty="0"/>
            <a:t>Единица измерения – млрд российских рублей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1600" b="0" i="0" kern="1200" baseline="0" dirty="0"/>
            <a:t>Графа «Прим.» (ссылка на примечания)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ru-RU" sz="1600" b="0" i="0" kern="1200" baseline="0" dirty="0"/>
        </a:p>
      </dsp:txBody>
      <dsp:txXfrm>
        <a:off x="0" y="590590"/>
        <a:ext cx="10584628" cy="2608200"/>
      </dsp:txXfrm>
    </dsp:sp>
    <dsp:sp modelId="{2D0C1A05-F2B3-43EA-811E-C4731A9BFF89}">
      <dsp:nvSpPr>
        <dsp:cNvPr id="0" name=""/>
        <dsp:cNvSpPr/>
      </dsp:nvSpPr>
      <dsp:spPr>
        <a:xfrm>
          <a:off x="0" y="3198790"/>
          <a:ext cx="10584628" cy="491399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 baseline="0"/>
            <a:t>Финансовые реквизиты (основания):</a:t>
          </a:r>
          <a:endParaRPr lang="ru-RU" sz="2100" kern="1200"/>
        </a:p>
      </dsp:txBody>
      <dsp:txXfrm>
        <a:off x="23988" y="3222778"/>
        <a:ext cx="10536652" cy="443423"/>
      </dsp:txXfrm>
    </dsp:sp>
    <dsp:sp modelId="{8757967D-FE35-45C2-9731-FFBE74895039}">
      <dsp:nvSpPr>
        <dsp:cNvPr id="0" name=""/>
        <dsp:cNvSpPr/>
      </dsp:nvSpPr>
      <dsp:spPr>
        <a:xfrm>
          <a:off x="0" y="3690190"/>
          <a:ext cx="10584628" cy="4781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6062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1600" b="0" i="0" kern="1200" baseline="0"/>
            <a:t>Все денежные показатели в млрд руб. (проценты, комиссии, дивиденды, налоги, вложения в ОС, займы, остатки ДС и др.)</a:t>
          </a:r>
          <a:endParaRPr lang="ru-RU" sz="1600" kern="1200"/>
        </a:p>
      </dsp:txBody>
      <dsp:txXfrm>
        <a:off x="0" y="3690190"/>
        <a:ext cx="10584628" cy="47817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6C6BE9-7415-401E-91DE-6FEA96FE9019}">
      <dsp:nvSpPr>
        <dsp:cNvPr id="0" name=""/>
        <dsp:cNvSpPr/>
      </dsp:nvSpPr>
      <dsp:spPr>
        <a:xfrm>
          <a:off x="0" y="22296"/>
          <a:ext cx="5431425" cy="725399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100" b="0" i="0" kern="1200" baseline="0"/>
            <a:t>Реквизиты-признаки:</a:t>
          </a:r>
          <a:endParaRPr lang="ru-RU" sz="3100" kern="1200"/>
        </a:p>
      </dsp:txBody>
      <dsp:txXfrm>
        <a:off x="35411" y="57707"/>
        <a:ext cx="5360603" cy="654577"/>
      </dsp:txXfrm>
    </dsp:sp>
    <dsp:sp modelId="{38CEE6F2-8424-47ED-81DD-55797E8F5748}">
      <dsp:nvSpPr>
        <dsp:cNvPr id="0" name=""/>
        <dsp:cNvSpPr/>
      </dsp:nvSpPr>
      <dsp:spPr>
        <a:xfrm>
          <a:off x="0" y="747696"/>
          <a:ext cx="5431425" cy="23742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2448" tIns="39370" rIns="220472" bIns="3937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2400" b="0" i="0" kern="1200" baseline="0"/>
            <a:t>Организация</a:t>
          </a:r>
          <a:endParaRPr lang="ru-RU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2400" b="0" i="0" kern="1200" baseline="0"/>
            <a:t>Вид отчета</a:t>
          </a:r>
          <a:endParaRPr lang="ru-RU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2400" b="0" i="0" kern="1200" baseline="0"/>
            <a:t>Отчетный период</a:t>
          </a:r>
          <a:endParaRPr lang="ru-RU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2400" b="0" i="0" kern="1200" baseline="0"/>
            <a:t>Статья движения денежных средств</a:t>
          </a:r>
          <a:endParaRPr lang="ru-RU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2400" b="0" i="0" kern="1200" baseline="0"/>
            <a:t>Вид деятельности</a:t>
          </a:r>
          <a:endParaRPr lang="ru-RU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2400" b="0" i="0" kern="1200" baseline="0"/>
            <a:t>Примечание</a:t>
          </a:r>
          <a:endParaRPr lang="ru-RU" sz="2400" kern="1200"/>
        </a:p>
      </dsp:txBody>
      <dsp:txXfrm>
        <a:off x="0" y="747696"/>
        <a:ext cx="5431425" cy="237429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6D8B01-21FE-41F0-90E4-F8AA7788B8CB}">
      <dsp:nvSpPr>
        <dsp:cNvPr id="0" name=""/>
        <dsp:cNvSpPr/>
      </dsp:nvSpPr>
      <dsp:spPr>
        <a:xfrm>
          <a:off x="0" y="9415"/>
          <a:ext cx="6406469" cy="7488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200" b="0" i="0" kern="1200" baseline="0"/>
            <a:t>Реквизиты-основания:</a:t>
          </a:r>
          <a:endParaRPr lang="ru-RU" sz="3200" kern="1200"/>
        </a:p>
      </dsp:txBody>
      <dsp:txXfrm>
        <a:off x="36553" y="45968"/>
        <a:ext cx="6333363" cy="675694"/>
      </dsp:txXfrm>
    </dsp:sp>
    <dsp:sp modelId="{A23A96C9-2135-4A40-9C9D-9CE69E08D9F4}">
      <dsp:nvSpPr>
        <dsp:cNvPr id="0" name=""/>
        <dsp:cNvSpPr/>
      </dsp:nvSpPr>
      <dsp:spPr>
        <a:xfrm>
          <a:off x="0" y="758215"/>
          <a:ext cx="6406469" cy="529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405" tIns="40640" rIns="227584" bIns="4064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2500" b="0" i="0" kern="1200" baseline="0"/>
            <a:t>Все денежные показатели (в млрд руб.)</a:t>
          </a:r>
          <a:endParaRPr lang="ru-RU" sz="2500" kern="1200"/>
        </a:p>
      </dsp:txBody>
      <dsp:txXfrm>
        <a:off x="0" y="758215"/>
        <a:ext cx="6406469" cy="52992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B29DF2-4102-4A50-A763-07186802CC8C}">
      <dsp:nvSpPr>
        <dsp:cNvPr id="0" name=""/>
        <dsp:cNvSpPr/>
      </dsp:nvSpPr>
      <dsp:spPr>
        <a:xfrm>
          <a:off x="880294" y="0"/>
          <a:ext cx="9976671" cy="4079311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33D53D-1A2F-49F0-9755-741F4D276CC4}">
      <dsp:nvSpPr>
        <dsp:cNvPr id="0" name=""/>
        <dsp:cNvSpPr/>
      </dsp:nvSpPr>
      <dsp:spPr>
        <a:xfrm>
          <a:off x="465" y="1223793"/>
          <a:ext cx="1405548" cy="163172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b="0" i="0" kern="1200" baseline="0"/>
            <a:t>Инициирование подготовки отчетности</a:t>
          </a:r>
          <a:endParaRPr lang="ru-RU" sz="1200" kern="1200"/>
        </a:p>
      </dsp:txBody>
      <dsp:txXfrm>
        <a:off x="69078" y="1292406"/>
        <a:ext cx="1268322" cy="1494498"/>
      </dsp:txXfrm>
    </dsp:sp>
    <dsp:sp modelId="{15B35546-87F4-4C63-9ECC-0998568B91A4}">
      <dsp:nvSpPr>
        <dsp:cNvPr id="0" name=""/>
        <dsp:cNvSpPr/>
      </dsp:nvSpPr>
      <dsp:spPr>
        <a:xfrm>
          <a:off x="1476291" y="1223793"/>
          <a:ext cx="1405548" cy="163172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b="0" i="0" kern="1200" baseline="0"/>
            <a:t>Сбор данных от дочерних компаний</a:t>
          </a:r>
          <a:endParaRPr lang="ru-RU" sz="1200" kern="1200"/>
        </a:p>
      </dsp:txBody>
      <dsp:txXfrm>
        <a:off x="1544904" y="1292406"/>
        <a:ext cx="1268322" cy="1494498"/>
      </dsp:txXfrm>
    </dsp:sp>
    <dsp:sp modelId="{14F77DC6-426C-4937-B817-1100194EA702}">
      <dsp:nvSpPr>
        <dsp:cNvPr id="0" name=""/>
        <dsp:cNvSpPr/>
      </dsp:nvSpPr>
      <dsp:spPr>
        <a:xfrm>
          <a:off x="2952117" y="1223793"/>
          <a:ext cx="1405548" cy="163172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b="0" i="0" kern="1200" baseline="0"/>
            <a:t>Консолидация и элиминация внутригрупповых оборотов</a:t>
          </a:r>
          <a:endParaRPr lang="ru-RU" sz="1200" kern="1200"/>
        </a:p>
      </dsp:txBody>
      <dsp:txXfrm>
        <a:off x="3020730" y="1292406"/>
        <a:ext cx="1268322" cy="1494498"/>
      </dsp:txXfrm>
    </dsp:sp>
    <dsp:sp modelId="{DF622613-D569-4C29-98B2-FAB32023A237}">
      <dsp:nvSpPr>
        <dsp:cNvPr id="0" name=""/>
        <dsp:cNvSpPr/>
      </dsp:nvSpPr>
      <dsp:spPr>
        <a:xfrm>
          <a:off x="4427942" y="1223793"/>
          <a:ext cx="1405548" cy="163172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b="0" i="0" kern="1200" baseline="0"/>
            <a:t>Проверка и классификация по видам деятельности</a:t>
          </a:r>
          <a:endParaRPr lang="ru-RU" sz="1200" kern="1200"/>
        </a:p>
      </dsp:txBody>
      <dsp:txXfrm>
        <a:off x="4496555" y="1292406"/>
        <a:ext cx="1268322" cy="1494498"/>
      </dsp:txXfrm>
    </dsp:sp>
    <dsp:sp modelId="{1161FC36-CBCA-44AF-83E2-AC6A8D520177}">
      <dsp:nvSpPr>
        <dsp:cNvPr id="0" name=""/>
        <dsp:cNvSpPr/>
      </dsp:nvSpPr>
      <dsp:spPr>
        <a:xfrm>
          <a:off x="5903768" y="1223793"/>
          <a:ext cx="1405548" cy="163172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b="0" i="0" kern="1200" baseline="0"/>
            <a:t>Формирование черновика отчета</a:t>
          </a:r>
          <a:endParaRPr lang="ru-RU" sz="1200" kern="1200"/>
        </a:p>
      </dsp:txBody>
      <dsp:txXfrm>
        <a:off x="5972381" y="1292406"/>
        <a:ext cx="1268322" cy="1494498"/>
      </dsp:txXfrm>
    </dsp:sp>
    <dsp:sp modelId="{148F5377-771A-40C4-ABF1-5112CAB63376}">
      <dsp:nvSpPr>
        <dsp:cNvPr id="0" name=""/>
        <dsp:cNvSpPr/>
      </dsp:nvSpPr>
      <dsp:spPr>
        <a:xfrm>
          <a:off x="7379594" y="1223793"/>
          <a:ext cx="1405548" cy="163172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b="0" i="0" kern="1200" baseline="0"/>
            <a:t>Внутренняя проверка</a:t>
          </a:r>
          <a:endParaRPr lang="ru-RU" sz="1200" kern="1200"/>
        </a:p>
      </dsp:txBody>
      <dsp:txXfrm>
        <a:off x="7448207" y="1292406"/>
        <a:ext cx="1268322" cy="1494498"/>
      </dsp:txXfrm>
    </dsp:sp>
    <dsp:sp modelId="{D1959195-DB96-450F-A0B2-2AC7F92DF094}">
      <dsp:nvSpPr>
        <dsp:cNvPr id="0" name=""/>
        <dsp:cNvSpPr/>
      </dsp:nvSpPr>
      <dsp:spPr>
        <a:xfrm>
          <a:off x="8855420" y="1223793"/>
          <a:ext cx="1405548" cy="163172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b="0" i="0" kern="1200" baseline="0"/>
            <a:t>Утверждение руководством</a:t>
          </a:r>
          <a:endParaRPr lang="ru-RU" sz="1200" kern="1200"/>
        </a:p>
      </dsp:txBody>
      <dsp:txXfrm>
        <a:off x="8924033" y="1292406"/>
        <a:ext cx="1268322" cy="1494498"/>
      </dsp:txXfrm>
    </dsp:sp>
    <dsp:sp modelId="{7BF7AD8D-E9E1-40E8-BA8E-93BAD5DB4EA4}">
      <dsp:nvSpPr>
        <dsp:cNvPr id="0" name=""/>
        <dsp:cNvSpPr/>
      </dsp:nvSpPr>
      <dsp:spPr>
        <a:xfrm>
          <a:off x="10331246" y="1223793"/>
          <a:ext cx="1405548" cy="163172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b="0" i="0" kern="1200" baseline="0"/>
            <a:t>Публикация и архивация</a:t>
          </a:r>
          <a:endParaRPr lang="ru-RU" sz="1200" kern="1200"/>
        </a:p>
      </dsp:txBody>
      <dsp:txXfrm>
        <a:off x="10399859" y="1292406"/>
        <a:ext cx="1268322" cy="149449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F68699-4A45-4B4F-AE9B-7F821E6A4E97}">
      <dsp:nvSpPr>
        <dsp:cNvPr id="0" name=""/>
        <dsp:cNvSpPr/>
      </dsp:nvSpPr>
      <dsp:spPr>
        <a:xfrm>
          <a:off x="0" y="0"/>
          <a:ext cx="10623551" cy="7488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200" b="0" i="0" kern="1200" baseline="0"/>
            <a:t>Основные сущности:</a:t>
          </a:r>
          <a:endParaRPr lang="ru-RU" sz="3200" kern="1200"/>
        </a:p>
      </dsp:txBody>
      <dsp:txXfrm>
        <a:off x="36553" y="36553"/>
        <a:ext cx="10550445" cy="675694"/>
      </dsp:txXfrm>
    </dsp:sp>
    <dsp:sp modelId="{CD925B40-5B22-4F3E-A2F1-FC432EDC34C1}">
      <dsp:nvSpPr>
        <dsp:cNvPr id="0" name=""/>
        <dsp:cNvSpPr/>
      </dsp:nvSpPr>
      <dsp:spPr>
        <a:xfrm>
          <a:off x="0" y="782166"/>
          <a:ext cx="10623551" cy="2848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7298" tIns="40640" rIns="227584" bIns="4064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2500" b="0" i="0" kern="1200" baseline="0"/>
            <a:t>Группа компаний</a:t>
          </a:r>
          <a:endParaRPr lang="ru-RU" sz="2500" kern="120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2500" b="0" i="0" kern="1200" baseline="0"/>
            <a:t>Отчетный период</a:t>
          </a:r>
          <a:endParaRPr lang="ru-RU" sz="2500" kern="120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2500" b="0" i="0" kern="1200" baseline="0"/>
            <a:t>Отчет</a:t>
          </a:r>
          <a:endParaRPr lang="ru-RU" sz="2500" kern="120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2500" b="0" i="0" kern="1200" baseline="0"/>
            <a:t>Раздел отчета</a:t>
          </a:r>
          <a:endParaRPr lang="ru-RU" sz="2500" kern="120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2500" b="0" i="0" kern="1200" baseline="0"/>
            <a:t>Строка отчета</a:t>
          </a:r>
          <a:endParaRPr lang="ru-RU" sz="2500" kern="120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2500" b="0" i="0" kern="1200" baseline="0"/>
            <a:t>Показатель (значение строки)</a:t>
          </a:r>
          <a:endParaRPr lang="ru-RU" sz="2500" kern="120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2500" b="0" i="0" kern="1200" baseline="0"/>
            <a:t>Остатки денежных средств</a:t>
          </a:r>
          <a:endParaRPr lang="ru-RU" sz="2500" kern="1200"/>
        </a:p>
      </dsp:txBody>
      <dsp:txXfrm>
        <a:off x="0" y="782166"/>
        <a:ext cx="10623551" cy="2848320"/>
      </dsp:txXfrm>
    </dsp:sp>
    <dsp:sp modelId="{BEF1542A-322B-4802-A670-623DDD649244}">
      <dsp:nvSpPr>
        <dsp:cNvPr id="0" name=""/>
        <dsp:cNvSpPr/>
      </dsp:nvSpPr>
      <dsp:spPr>
        <a:xfrm>
          <a:off x="0" y="3630486"/>
          <a:ext cx="10623551" cy="7488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200" b="0" i="0" kern="1200" baseline="0"/>
            <a:t>Связи: 1:M, M:M (через таблицу значений)</a:t>
          </a:r>
          <a:endParaRPr lang="ru-RU" sz="3200" kern="1200"/>
        </a:p>
      </dsp:txBody>
      <dsp:txXfrm>
        <a:off x="36553" y="3667039"/>
        <a:ext cx="10550445" cy="67569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BECC16-4EF2-457C-8844-D64C9FC3928F}">
      <dsp:nvSpPr>
        <dsp:cNvPr id="0" name=""/>
        <dsp:cNvSpPr/>
      </dsp:nvSpPr>
      <dsp:spPr>
        <a:xfrm>
          <a:off x="0" y="5728"/>
          <a:ext cx="8206740" cy="1263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 baseline="0"/>
            <a:t>В ходе работы:</a:t>
          </a:r>
          <a:endParaRPr lang="ru-RU" sz="2400" kern="1200"/>
        </a:p>
      </dsp:txBody>
      <dsp:txXfrm>
        <a:off x="61684" y="67412"/>
        <a:ext cx="8083372" cy="1140232"/>
      </dsp:txXfrm>
    </dsp:sp>
    <dsp:sp modelId="{3A42D843-E868-44C5-B146-D4D6615CF63E}">
      <dsp:nvSpPr>
        <dsp:cNvPr id="0" name=""/>
        <dsp:cNvSpPr/>
      </dsp:nvSpPr>
      <dsp:spPr>
        <a:xfrm>
          <a:off x="0" y="1269328"/>
          <a:ext cx="8206740" cy="1242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0564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1900" b="0" i="0" kern="1200" baseline="0"/>
            <a:t>Проведен реквизитный анализ документа ПАО «Сбер»</a:t>
          </a:r>
          <a:endParaRPr lang="ru-RU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1900" b="0" i="0" kern="1200" baseline="0"/>
            <a:t>Выделены экономические и финансовые реквизиты</a:t>
          </a:r>
          <a:endParaRPr lang="ru-RU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1900" b="0" i="0" kern="1200" baseline="0"/>
            <a:t>Изучен стандарт BPMN 2.0 и построена диаграмма процесса</a:t>
          </a:r>
          <a:endParaRPr lang="ru-RU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1900" b="0" i="0" kern="1200" baseline="0"/>
            <a:t>Спроектирована БД (концептуальная, логическая, физическая)</a:t>
          </a:r>
          <a:endParaRPr lang="ru-RU" sz="1900" kern="1200"/>
        </a:p>
      </dsp:txBody>
      <dsp:txXfrm>
        <a:off x="0" y="1269328"/>
        <a:ext cx="8206740" cy="1242000"/>
      </dsp:txXfrm>
    </dsp:sp>
    <dsp:sp modelId="{81AAB2B7-0B98-4AF5-9055-4AD79FF51E7F}">
      <dsp:nvSpPr>
        <dsp:cNvPr id="0" name=""/>
        <dsp:cNvSpPr/>
      </dsp:nvSpPr>
      <dsp:spPr>
        <a:xfrm>
          <a:off x="0" y="2511328"/>
          <a:ext cx="8206740" cy="1263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 baseline="0"/>
            <a:t>Результат: документ может быть представлен в виде реляционной БД, где строки отчета — записи, показатели — СЕИ, суммы — основания, заголовки — признаки.</a:t>
          </a:r>
          <a:endParaRPr lang="ru-RU" sz="2400" kern="1200"/>
        </a:p>
      </dsp:txBody>
      <dsp:txXfrm>
        <a:off x="61684" y="2573012"/>
        <a:ext cx="8083372" cy="1140232"/>
      </dsp:txXfrm>
    </dsp:sp>
    <dsp:sp modelId="{99787E78-3700-425A-B8F3-22C35C1832FE}">
      <dsp:nvSpPr>
        <dsp:cNvPr id="0" name=""/>
        <dsp:cNvSpPr/>
      </dsp:nvSpPr>
      <dsp:spPr>
        <a:xfrm>
          <a:off x="0" y="3844048"/>
          <a:ext cx="8206740" cy="1263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 baseline="0"/>
            <a:t>Цели достигнуты, задачи выполнены в полном объеме.</a:t>
          </a:r>
          <a:endParaRPr lang="ru-RU" sz="2400" kern="1200"/>
        </a:p>
      </dsp:txBody>
      <dsp:txXfrm>
        <a:off x="61684" y="3905732"/>
        <a:ext cx="8083372" cy="11402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Shape 22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25" name="Shape 22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Рисунок 9" descr="Рисунок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6487" y="124476"/>
            <a:ext cx="1574790" cy="687183"/>
          </a:xfrm>
          <a:prstGeom prst="rect">
            <a:avLst/>
          </a:prstGeom>
          <a:ln w="12700">
            <a:miter lim="400000"/>
          </a:ln>
        </p:spPr>
      </p:pic>
      <p:sp>
        <p:nvSpPr>
          <p:cNvPr id="24" name="Прямоугольник 4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5" name="TextBox 10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808080"/>
                </a:solidFill>
              </a:defRPr>
            </a:lvl1pPr>
          </a:lstStyle>
          <a:p>
            <a:r>
              <a:t>2023</a:t>
            </a:r>
          </a:p>
        </p:txBody>
      </p:sp>
      <p:sp>
        <p:nvSpPr>
          <p:cNvPr id="26" name="Straight Connector 11"/>
          <p:cNvSpPr/>
          <p:nvPr/>
        </p:nvSpPr>
        <p:spPr>
          <a:xfrm>
            <a:off x="1258528" y="6571636"/>
            <a:ext cx="2303435" cy="1"/>
          </a:xfrm>
          <a:prstGeom prst="line">
            <a:avLst/>
          </a:prstGeom>
          <a:ln w="19050">
            <a:solidFill>
              <a:srgbClr val="808080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7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Рисунок 9" descr="Рисунок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6487" y="124476"/>
            <a:ext cx="1574790" cy="687183"/>
          </a:xfrm>
          <a:prstGeom prst="rect">
            <a:avLst/>
          </a:prstGeom>
          <a:ln w="12700">
            <a:miter lim="400000"/>
          </a:ln>
        </p:spPr>
      </p:pic>
      <p:sp>
        <p:nvSpPr>
          <p:cNvPr id="35" name="Прямоугольник 4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6" name="TextBox 8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808080"/>
                </a:solidFill>
              </a:defRPr>
            </a:lvl1pPr>
          </a:lstStyle>
          <a:p>
            <a:r>
              <a:t>2023</a:t>
            </a:r>
          </a:p>
        </p:txBody>
      </p:sp>
      <p:sp>
        <p:nvSpPr>
          <p:cNvPr id="37" name="Straight Connector 9"/>
          <p:cNvSpPr/>
          <p:nvPr/>
        </p:nvSpPr>
        <p:spPr>
          <a:xfrm>
            <a:off x="1258528" y="6571636"/>
            <a:ext cx="2303435" cy="1"/>
          </a:xfrm>
          <a:prstGeom prst="line">
            <a:avLst/>
          </a:prstGeom>
          <a:ln w="19050">
            <a:solidFill>
              <a:srgbClr val="808080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8" name="Образец заголовка"/>
          <p:cNvSpPr txBox="1">
            <a:spLocks noGrp="1"/>
          </p:cNvSpPr>
          <p:nvPr>
            <p:ph type="title" hasCustomPrompt="1"/>
          </p:nvPr>
        </p:nvSpPr>
        <p:spPr>
          <a:xfrm>
            <a:off x="1620044" y="1119505"/>
            <a:ext cx="9720264" cy="2381521"/>
          </a:xfrm>
          <a:prstGeom prst="rect">
            <a:avLst/>
          </a:prstGeom>
        </p:spPr>
        <p:txBody>
          <a:bodyPr anchor="b">
            <a:normAutofit/>
          </a:bodyPr>
          <a:lstStyle/>
          <a:p>
            <a:r>
              <a:t>Образец заголовка</a:t>
            </a:r>
          </a:p>
        </p:txBody>
      </p:sp>
      <p:sp>
        <p:nvSpPr>
          <p:cNvPr id="39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1620044" y="3592865"/>
            <a:ext cx="9720264" cy="165154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 b="1"/>
            </a:lvl1pPr>
            <a:lvl2pPr indent="456056">
              <a:defRPr sz="2400" b="1"/>
            </a:lvl2pPr>
            <a:lvl3pPr indent="912113">
              <a:defRPr sz="2400" b="1"/>
            </a:lvl3pPr>
            <a:lvl4pPr indent="1368171">
              <a:defRPr sz="2400" b="1"/>
            </a:lvl4pPr>
            <a:lvl5pPr indent="1824227">
              <a:defRPr sz="2400" b="1"/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0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Рисунок 9" descr="Рисунок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6487" y="124476"/>
            <a:ext cx="1574790" cy="687183"/>
          </a:xfrm>
          <a:prstGeom prst="rect">
            <a:avLst/>
          </a:prstGeom>
          <a:ln w="12700">
            <a:miter lim="400000"/>
          </a:ln>
        </p:spPr>
      </p:pic>
      <p:sp>
        <p:nvSpPr>
          <p:cNvPr id="48" name="Прямоугольник 4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9" name="TextBox 9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808080"/>
                </a:solidFill>
              </a:defRPr>
            </a:lvl1pPr>
          </a:lstStyle>
          <a:p>
            <a:r>
              <a:t>2023</a:t>
            </a:r>
          </a:p>
        </p:txBody>
      </p:sp>
      <p:sp>
        <p:nvSpPr>
          <p:cNvPr id="50" name="Straight Connector 10"/>
          <p:cNvSpPr/>
          <p:nvPr/>
        </p:nvSpPr>
        <p:spPr>
          <a:xfrm>
            <a:off x="1258528" y="6571636"/>
            <a:ext cx="2303435" cy="1"/>
          </a:xfrm>
          <a:prstGeom prst="line">
            <a:avLst/>
          </a:prstGeom>
          <a:ln w="19050">
            <a:solidFill>
              <a:srgbClr val="808080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1" name="Образец заголовка"/>
          <p:cNvSpPr txBox="1">
            <a:spLocks noGrp="1"/>
          </p:cNvSpPr>
          <p:nvPr>
            <p:ph type="title" hasCustomPrompt="1"/>
          </p:nvPr>
        </p:nvSpPr>
        <p:spPr>
          <a:xfrm>
            <a:off x="900000" y="919196"/>
            <a:ext cx="8649708" cy="53514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Образец заголовка</a:t>
            </a:r>
          </a:p>
        </p:txBody>
      </p:sp>
      <p:sp>
        <p:nvSpPr>
          <p:cNvPr id="52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4981302" y="2751908"/>
            <a:ext cx="6696893" cy="249250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b="1">
                <a:solidFill>
                  <a:schemeClr val="accent1"/>
                </a:solidFill>
              </a:defRPr>
            </a:lvl1pPr>
            <a:lvl2pPr indent="456056">
              <a:defRPr sz="3600" b="1">
                <a:solidFill>
                  <a:schemeClr val="accent1"/>
                </a:solidFill>
              </a:defRPr>
            </a:lvl2pPr>
            <a:lvl3pPr indent="912113">
              <a:defRPr sz="3600" b="1">
                <a:solidFill>
                  <a:schemeClr val="accent1"/>
                </a:solidFill>
              </a:defRPr>
            </a:lvl3pPr>
            <a:lvl4pPr indent="1368171">
              <a:defRPr sz="3600" b="1">
                <a:solidFill>
                  <a:schemeClr val="accent1"/>
                </a:solidFill>
              </a:defRPr>
            </a:lvl4pPr>
            <a:lvl5pPr indent="1824227">
              <a:defRPr sz="3600" b="1">
                <a:solidFill>
                  <a:schemeClr val="accent1"/>
                </a:solidFill>
              </a:defRPr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53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  <p:sp>
        <p:nvSpPr>
          <p:cNvPr id="54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900112" y="1625000"/>
            <a:ext cx="2916080" cy="4304163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defRPr sz="1500"/>
            </a:pPr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0"/>
          <p:cNvSpPr/>
          <p:nvPr/>
        </p:nvSpPr>
        <p:spPr>
          <a:xfrm>
            <a:off x="0" y="0"/>
            <a:ext cx="12960350" cy="6840538"/>
          </a:xfrm>
          <a:prstGeom prst="rect">
            <a:avLst/>
          </a:prstGeom>
          <a:solidFill>
            <a:schemeClr val="accent1"/>
          </a:solidFill>
          <a:ln w="12700">
            <a:solidFill>
              <a:srgbClr val="770127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2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3300546" y="2269023"/>
            <a:ext cx="6871064" cy="249250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b="1">
                <a:solidFill>
                  <a:srgbClr val="FFFFFF"/>
                </a:solidFill>
              </a:defRPr>
            </a:lvl1pPr>
            <a:lvl2pPr indent="456056">
              <a:defRPr sz="3600" b="1">
                <a:solidFill>
                  <a:srgbClr val="FFFFFF"/>
                </a:solidFill>
              </a:defRPr>
            </a:lvl2pPr>
            <a:lvl3pPr indent="912113">
              <a:defRPr sz="3600" b="1">
                <a:solidFill>
                  <a:srgbClr val="FFFFFF"/>
                </a:solidFill>
              </a:defRPr>
            </a:lvl3pPr>
            <a:lvl4pPr indent="1368171">
              <a:defRPr sz="3600" b="1">
                <a:solidFill>
                  <a:srgbClr val="FFFFFF"/>
                </a:solidFill>
              </a:defRPr>
            </a:lvl4pPr>
            <a:lvl5pPr indent="1824227">
              <a:defRPr sz="3600" b="1">
                <a:solidFill>
                  <a:srgbClr val="FFFFFF"/>
                </a:solidFill>
              </a:defRPr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63" name="Прямоугольник 4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4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BE003E"/>
                </a:solidFill>
              </a:defRPr>
            </a:lvl1pPr>
          </a:lstStyle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  <p:pic>
        <p:nvPicPr>
          <p:cNvPr id="65" name="Picture 16" descr="Picture 16"/>
          <p:cNvPicPr>
            <a:picLocks noChangeAspect="1"/>
          </p:cNvPicPr>
          <p:nvPr/>
        </p:nvPicPr>
        <p:blipFill>
          <a:blip r:embed="rId2" cstate="print"/>
          <a:srcRect t="4828"/>
          <a:stretch>
            <a:fillRect/>
          </a:stretch>
        </p:blipFill>
        <p:spPr>
          <a:xfrm>
            <a:off x="10684389" y="-1"/>
            <a:ext cx="1950722" cy="976150"/>
          </a:xfrm>
          <a:prstGeom prst="rect">
            <a:avLst/>
          </a:prstGeom>
          <a:ln w="12700">
            <a:miter lim="400000"/>
          </a:ln>
        </p:spPr>
      </p:pic>
      <p:sp>
        <p:nvSpPr>
          <p:cNvPr id="66" name="TextBox 17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r>
              <a:t>2024</a:t>
            </a:r>
          </a:p>
        </p:txBody>
      </p:sp>
      <p:sp>
        <p:nvSpPr>
          <p:cNvPr id="67" name="Straight Connector 18"/>
          <p:cNvSpPr/>
          <p:nvPr/>
        </p:nvSpPr>
        <p:spPr>
          <a:xfrm>
            <a:off x="1258528" y="6571636"/>
            <a:ext cx="2303435" cy="1"/>
          </a:xfrm>
          <a:prstGeom prst="line">
            <a:avLst/>
          </a:prstGeom>
          <a:ln w="19050">
            <a:solidFill>
              <a:srgbClr val="FFFFFF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Рисунок 9" descr="Рисунок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6487" y="124476"/>
            <a:ext cx="1574790" cy="687183"/>
          </a:xfrm>
          <a:prstGeom prst="rect">
            <a:avLst/>
          </a:prstGeom>
          <a:ln w="12700">
            <a:miter lim="400000"/>
          </a:ln>
        </p:spPr>
      </p:pic>
      <p:sp>
        <p:nvSpPr>
          <p:cNvPr id="75" name="Прямоугольник 4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6" name="TextBox 9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808080"/>
                </a:solidFill>
              </a:defRPr>
            </a:lvl1pPr>
          </a:lstStyle>
          <a:p>
            <a:r>
              <a:t>2023</a:t>
            </a:r>
          </a:p>
        </p:txBody>
      </p:sp>
      <p:sp>
        <p:nvSpPr>
          <p:cNvPr id="77" name="Straight Connector 10"/>
          <p:cNvSpPr/>
          <p:nvPr/>
        </p:nvSpPr>
        <p:spPr>
          <a:xfrm>
            <a:off x="1258528" y="6571636"/>
            <a:ext cx="2303435" cy="1"/>
          </a:xfrm>
          <a:prstGeom prst="line">
            <a:avLst/>
          </a:prstGeom>
          <a:ln w="19050">
            <a:solidFill>
              <a:srgbClr val="808080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8" name="Образец заголовка"/>
          <p:cNvSpPr txBox="1">
            <a:spLocks noGrp="1"/>
          </p:cNvSpPr>
          <p:nvPr>
            <p:ph type="title" hasCustomPrompt="1"/>
          </p:nvPr>
        </p:nvSpPr>
        <p:spPr>
          <a:xfrm>
            <a:off x="900000" y="900000"/>
            <a:ext cx="9576680" cy="714359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Образец заголовка</a:t>
            </a:r>
          </a:p>
        </p:txBody>
      </p:sp>
      <p:sp>
        <p:nvSpPr>
          <p:cNvPr id="79" name="Уровень текста 1…"/>
          <p:cNvSpPr txBox="1">
            <a:spLocks noGrp="1"/>
          </p:cNvSpPr>
          <p:nvPr>
            <p:ph type="body" idx="1"/>
          </p:nvPr>
        </p:nvSpPr>
        <p:spPr>
          <a:xfrm>
            <a:off x="891024" y="1820976"/>
            <a:ext cx="11205727" cy="434026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80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Рисунок 9" descr="Рисунок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6487" y="124476"/>
            <a:ext cx="1574790" cy="687183"/>
          </a:xfrm>
          <a:prstGeom prst="rect">
            <a:avLst/>
          </a:prstGeom>
          <a:ln w="12700">
            <a:miter lim="400000"/>
          </a:ln>
        </p:spPr>
      </p:pic>
      <p:sp>
        <p:nvSpPr>
          <p:cNvPr id="88" name="Прямоугольник 4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9" name="TextBox 9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808080"/>
                </a:solidFill>
              </a:defRPr>
            </a:lvl1pPr>
          </a:lstStyle>
          <a:p>
            <a:r>
              <a:t>2023</a:t>
            </a:r>
          </a:p>
        </p:txBody>
      </p:sp>
      <p:sp>
        <p:nvSpPr>
          <p:cNvPr id="90" name="Straight Connector 10"/>
          <p:cNvSpPr/>
          <p:nvPr/>
        </p:nvSpPr>
        <p:spPr>
          <a:xfrm>
            <a:off x="1258528" y="6571636"/>
            <a:ext cx="2303435" cy="1"/>
          </a:xfrm>
          <a:prstGeom prst="line">
            <a:avLst/>
          </a:prstGeom>
          <a:ln w="19050">
            <a:solidFill>
              <a:srgbClr val="808080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1" name="Образец заголовка"/>
          <p:cNvSpPr txBox="1">
            <a:spLocks noGrp="1"/>
          </p:cNvSpPr>
          <p:nvPr>
            <p:ph type="title" hasCustomPrompt="1"/>
          </p:nvPr>
        </p:nvSpPr>
        <p:spPr>
          <a:xfrm>
            <a:off x="900000" y="900000"/>
            <a:ext cx="9627700" cy="74059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100"/>
            </a:lvl1pPr>
          </a:lstStyle>
          <a:p>
            <a:r>
              <a:t>Образец заголовка</a:t>
            </a:r>
          </a:p>
        </p:txBody>
      </p:sp>
      <p:sp>
        <p:nvSpPr>
          <p:cNvPr id="92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4340995" y="1674796"/>
            <a:ext cx="7726643" cy="4254366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93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900112" y="1625000"/>
            <a:ext cx="2916080" cy="43041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500"/>
            </a:lvl1pPr>
            <a:lvl2pPr indent="456056">
              <a:defRPr sz="1500"/>
            </a:lvl2pPr>
            <a:lvl3pPr indent="912113">
              <a:defRPr sz="1500"/>
            </a:lvl3pPr>
            <a:lvl4pPr indent="1368171">
              <a:defRPr sz="1500"/>
            </a:lvl4pPr>
            <a:lvl5pPr indent="1824227">
              <a:defRPr sz="1500"/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94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Рисунок 9" descr="Рисунок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6487" y="124476"/>
            <a:ext cx="1574790" cy="687183"/>
          </a:xfrm>
          <a:prstGeom prst="rect">
            <a:avLst/>
          </a:prstGeom>
          <a:ln w="12700">
            <a:miter lim="400000"/>
          </a:ln>
        </p:spPr>
      </p:pic>
      <p:sp>
        <p:nvSpPr>
          <p:cNvPr id="102" name="Прямоугольник 4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3" name="TextBox 10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808080"/>
                </a:solidFill>
              </a:defRPr>
            </a:lvl1pPr>
          </a:lstStyle>
          <a:p>
            <a:r>
              <a:t>2023</a:t>
            </a:r>
          </a:p>
        </p:txBody>
      </p:sp>
      <p:sp>
        <p:nvSpPr>
          <p:cNvPr id="104" name="Straight Connector 12"/>
          <p:cNvSpPr/>
          <p:nvPr/>
        </p:nvSpPr>
        <p:spPr>
          <a:xfrm>
            <a:off x="1258528" y="6571636"/>
            <a:ext cx="2303435" cy="1"/>
          </a:xfrm>
          <a:prstGeom prst="line">
            <a:avLst/>
          </a:prstGeom>
          <a:ln w="19050">
            <a:solidFill>
              <a:srgbClr val="808080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5" name="Образец заголовка"/>
          <p:cNvSpPr txBox="1">
            <a:spLocks noGrp="1"/>
          </p:cNvSpPr>
          <p:nvPr>
            <p:ph type="title" hasCustomPrompt="1"/>
          </p:nvPr>
        </p:nvSpPr>
        <p:spPr>
          <a:xfrm>
            <a:off x="900000" y="863999"/>
            <a:ext cx="9627700" cy="74059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100"/>
            </a:lvl1pPr>
          </a:lstStyle>
          <a:p>
            <a:r>
              <a:t>Образец заголовка</a:t>
            </a:r>
          </a:p>
        </p:txBody>
      </p:sp>
      <p:sp>
        <p:nvSpPr>
          <p:cNvPr id="106" name="Picture Placeholder 2"/>
          <p:cNvSpPr>
            <a:spLocks noGrp="1"/>
          </p:cNvSpPr>
          <p:nvPr>
            <p:ph type="pic" sz="quarter" idx="21"/>
          </p:nvPr>
        </p:nvSpPr>
        <p:spPr>
          <a:xfrm>
            <a:off x="4340995" y="1674796"/>
            <a:ext cx="3638349" cy="4254366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07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900112" y="1625000"/>
            <a:ext cx="2916080" cy="43041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500"/>
            </a:lvl1pPr>
            <a:lvl2pPr indent="456056">
              <a:defRPr sz="1500"/>
            </a:lvl2pPr>
            <a:lvl3pPr indent="912113">
              <a:defRPr sz="1500"/>
            </a:lvl3pPr>
            <a:lvl4pPr indent="1368171">
              <a:defRPr sz="1500"/>
            </a:lvl4pPr>
            <a:lvl5pPr indent="1824227">
              <a:defRPr sz="1500"/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08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  <p:sp>
        <p:nvSpPr>
          <p:cNvPr id="109" name="Picture Placeholder 2"/>
          <p:cNvSpPr>
            <a:spLocks noGrp="1"/>
          </p:cNvSpPr>
          <p:nvPr>
            <p:ph type="pic" sz="quarter" idx="22"/>
          </p:nvPr>
        </p:nvSpPr>
        <p:spPr>
          <a:xfrm>
            <a:off x="8383605" y="1674796"/>
            <a:ext cx="3638349" cy="4254366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2_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Рисунок 9" descr="Рисунок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6487" y="124476"/>
            <a:ext cx="1574790" cy="687183"/>
          </a:xfrm>
          <a:prstGeom prst="rect">
            <a:avLst/>
          </a:prstGeom>
          <a:ln w="12700">
            <a:miter lim="400000"/>
          </a:ln>
        </p:spPr>
      </p:pic>
      <p:sp>
        <p:nvSpPr>
          <p:cNvPr id="117" name="Прямоугольник 4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8" name="TextBox 13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808080"/>
                </a:solidFill>
              </a:defRPr>
            </a:lvl1pPr>
          </a:lstStyle>
          <a:p>
            <a:r>
              <a:t>2023</a:t>
            </a:r>
          </a:p>
        </p:txBody>
      </p:sp>
      <p:sp>
        <p:nvSpPr>
          <p:cNvPr id="119" name="Straight Connector 14"/>
          <p:cNvSpPr/>
          <p:nvPr/>
        </p:nvSpPr>
        <p:spPr>
          <a:xfrm>
            <a:off x="1258528" y="6571636"/>
            <a:ext cx="2303435" cy="1"/>
          </a:xfrm>
          <a:prstGeom prst="line">
            <a:avLst/>
          </a:prstGeom>
          <a:ln w="19050">
            <a:solidFill>
              <a:srgbClr val="808080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0" name="Образец заголовка"/>
          <p:cNvSpPr txBox="1">
            <a:spLocks noGrp="1"/>
          </p:cNvSpPr>
          <p:nvPr>
            <p:ph type="title" hasCustomPrompt="1"/>
          </p:nvPr>
        </p:nvSpPr>
        <p:spPr>
          <a:xfrm>
            <a:off x="892712" y="900000"/>
            <a:ext cx="9627701" cy="74059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100"/>
            </a:lvl1pPr>
          </a:lstStyle>
          <a:p>
            <a:r>
              <a:t>Образец заголовка</a:t>
            </a:r>
          </a:p>
        </p:txBody>
      </p:sp>
      <p:sp>
        <p:nvSpPr>
          <p:cNvPr id="121" name="Picture Placeholder 2"/>
          <p:cNvSpPr>
            <a:spLocks noGrp="1"/>
          </p:cNvSpPr>
          <p:nvPr>
            <p:ph type="pic" sz="quarter" idx="21"/>
          </p:nvPr>
        </p:nvSpPr>
        <p:spPr>
          <a:xfrm>
            <a:off x="4340995" y="1674796"/>
            <a:ext cx="2321063" cy="4254366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22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900112" y="1625000"/>
            <a:ext cx="2916080" cy="43041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500"/>
            </a:lvl1pPr>
            <a:lvl2pPr indent="456056">
              <a:defRPr sz="1500"/>
            </a:lvl2pPr>
            <a:lvl3pPr indent="912113">
              <a:defRPr sz="1500"/>
            </a:lvl3pPr>
            <a:lvl4pPr indent="1368171">
              <a:defRPr sz="1500"/>
            </a:lvl4pPr>
            <a:lvl5pPr indent="1824227">
              <a:defRPr sz="1500"/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23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  <p:sp>
        <p:nvSpPr>
          <p:cNvPr id="124" name="Picture Placeholder 2"/>
          <p:cNvSpPr>
            <a:spLocks noGrp="1"/>
          </p:cNvSpPr>
          <p:nvPr>
            <p:ph type="pic" sz="quarter" idx="22"/>
          </p:nvPr>
        </p:nvSpPr>
        <p:spPr>
          <a:xfrm>
            <a:off x="7019108" y="1674796"/>
            <a:ext cx="2321063" cy="4254366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25" name="Picture Placeholder 2"/>
          <p:cNvSpPr>
            <a:spLocks noGrp="1"/>
          </p:cNvSpPr>
          <p:nvPr>
            <p:ph type="pic" sz="quarter" idx="23"/>
          </p:nvPr>
        </p:nvSpPr>
        <p:spPr>
          <a:xfrm>
            <a:off x="9701348" y="1674796"/>
            <a:ext cx="2321063" cy="4254366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3_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Рисунок 9" descr="Рисунок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6487" y="124476"/>
            <a:ext cx="1574790" cy="687183"/>
          </a:xfrm>
          <a:prstGeom prst="rect">
            <a:avLst/>
          </a:prstGeom>
          <a:ln w="12700">
            <a:miter lim="400000"/>
          </a:ln>
        </p:spPr>
      </p:pic>
      <p:sp>
        <p:nvSpPr>
          <p:cNvPr id="133" name="Прямоугольник 4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4" name="TextBox 18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808080"/>
                </a:solidFill>
              </a:defRPr>
            </a:lvl1pPr>
          </a:lstStyle>
          <a:p>
            <a:r>
              <a:t>2023</a:t>
            </a:r>
          </a:p>
        </p:txBody>
      </p:sp>
      <p:sp>
        <p:nvSpPr>
          <p:cNvPr id="135" name="Straight Connector 19"/>
          <p:cNvSpPr/>
          <p:nvPr/>
        </p:nvSpPr>
        <p:spPr>
          <a:xfrm>
            <a:off x="1258528" y="6571636"/>
            <a:ext cx="2303435" cy="1"/>
          </a:xfrm>
          <a:prstGeom prst="line">
            <a:avLst/>
          </a:prstGeom>
          <a:ln w="19050">
            <a:solidFill>
              <a:srgbClr val="808080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6" name="Образец заголовка"/>
          <p:cNvSpPr txBox="1">
            <a:spLocks noGrp="1"/>
          </p:cNvSpPr>
          <p:nvPr>
            <p:ph type="title" hasCustomPrompt="1"/>
          </p:nvPr>
        </p:nvSpPr>
        <p:spPr>
          <a:xfrm>
            <a:off x="892712" y="900000"/>
            <a:ext cx="9627701" cy="74059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100"/>
            </a:lvl1pPr>
          </a:lstStyle>
          <a:p>
            <a:r>
              <a:t>Образец заголовка</a:t>
            </a:r>
          </a:p>
        </p:txBody>
      </p:sp>
      <p:sp>
        <p:nvSpPr>
          <p:cNvPr id="137" name="Picture Placeholder 2"/>
          <p:cNvSpPr>
            <a:spLocks noGrp="1"/>
          </p:cNvSpPr>
          <p:nvPr>
            <p:ph type="pic" sz="quarter" idx="21"/>
          </p:nvPr>
        </p:nvSpPr>
        <p:spPr>
          <a:xfrm>
            <a:off x="4340995" y="1674796"/>
            <a:ext cx="2321063" cy="1956679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38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900112" y="1625000"/>
            <a:ext cx="2916080" cy="43041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500"/>
            </a:lvl1pPr>
            <a:lvl2pPr indent="456056">
              <a:defRPr sz="1500"/>
            </a:lvl2pPr>
            <a:lvl3pPr indent="912113">
              <a:defRPr sz="1500"/>
            </a:lvl3pPr>
            <a:lvl4pPr indent="1368171">
              <a:defRPr sz="1500"/>
            </a:lvl4pPr>
            <a:lvl5pPr indent="1824227">
              <a:defRPr sz="1500"/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39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  <p:sp>
        <p:nvSpPr>
          <p:cNvPr id="140" name="Picture Placeholder 2"/>
          <p:cNvSpPr>
            <a:spLocks noGrp="1"/>
          </p:cNvSpPr>
          <p:nvPr>
            <p:ph type="pic" sz="quarter" idx="22"/>
          </p:nvPr>
        </p:nvSpPr>
        <p:spPr>
          <a:xfrm>
            <a:off x="7019108" y="1674796"/>
            <a:ext cx="2321063" cy="1956679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41" name="Picture Placeholder 2"/>
          <p:cNvSpPr>
            <a:spLocks noGrp="1"/>
          </p:cNvSpPr>
          <p:nvPr>
            <p:ph type="pic" sz="quarter" idx="23"/>
          </p:nvPr>
        </p:nvSpPr>
        <p:spPr>
          <a:xfrm>
            <a:off x="9701348" y="1674796"/>
            <a:ext cx="2321063" cy="1956679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42" name="Picture Placeholder 2"/>
          <p:cNvSpPr>
            <a:spLocks noGrp="1"/>
          </p:cNvSpPr>
          <p:nvPr>
            <p:ph type="pic" sz="quarter" idx="24"/>
          </p:nvPr>
        </p:nvSpPr>
        <p:spPr>
          <a:xfrm>
            <a:off x="4340995" y="4130612"/>
            <a:ext cx="2321063" cy="1956680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43" name="Picture Placeholder 2"/>
          <p:cNvSpPr>
            <a:spLocks noGrp="1"/>
          </p:cNvSpPr>
          <p:nvPr>
            <p:ph type="pic" sz="quarter" idx="25"/>
          </p:nvPr>
        </p:nvSpPr>
        <p:spPr>
          <a:xfrm>
            <a:off x="7019108" y="4130612"/>
            <a:ext cx="2321063" cy="1956680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44" name="Picture Placeholder 2"/>
          <p:cNvSpPr>
            <a:spLocks noGrp="1"/>
          </p:cNvSpPr>
          <p:nvPr>
            <p:ph type="pic" sz="quarter" idx="26"/>
          </p:nvPr>
        </p:nvSpPr>
        <p:spPr>
          <a:xfrm>
            <a:off x="9701348" y="4130612"/>
            <a:ext cx="2321063" cy="1956680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Рисунок 9" descr="Рисунок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6487" y="124476"/>
            <a:ext cx="1574790" cy="687183"/>
          </a:xfrm>
          <a:prstGeom prst="rect">
            <a:avLst/>
          </a:prstGeom>
          <a:ln w="12700">
            <a:miter lim="400000"/>
          </a:ln>
        </p:spPr>
      </p:pic>
      <p:sp>
        <p:nvSpPr>
          <p:cNvPr id="152" name="Прямоугольник 4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53" name="TextBox 8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808080"/>
                </a:solidFill>
              </a:defRPr>
            </a:lvl1pPr>
          </a:lstStyle>
          <a:p>
            <a:r>
              <a:t>2023</a:t>
            </a:r>
          </a:p>
        </p:txBody>
      </p:sp>
      <p:sp>
        <p:nvSpPr>
          <p:cNvPr id="154" name="Straight Connector 9"/>
          <p:cNvSpPr/>
          <p:nvPr/>
        </p:nvSpPr>
        <p:spPr>
          <a:xfrm>
            <a:off x="1258528" y="6571636"/>
            <a:ext cx="2303435" cy="1"/>
          </a:xfrm>
          <a:prstGeom prst="line">
            <a:avLst/>
          </a:prstGeom>
          <a:ln w="19050">
            <a:solidFill>
              <a:srgbClr val="808080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5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884274" y="1705385"/>
            <a:ext cx="11178303" cy="284547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5900"/>
            </a:lvl1pPr>
          </a:lstStyle>
          <a:p>
            <a:r>
              <a:t>Текст заголовка</a:t>
            </a:r>
          </a:p>
        </p:txBody>
      </p:sp>
      <p:sp>
        <p:nvSpPr>
          <p:cNvPr id="156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884274" y="4577777"/>
            <a:ext cx="11178303" cy="149636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300">
                <a:solidFill>
                  <a:srgbClr val="888888"/>
                </a:solidFill>
              </a:defRPr>
            </a:lvl1pPr>
            <a:lvl2pPr indent="456056">
              <a:defRPr sz="2300">
                <a:solidFill>
                  <a:srgbClr val="888888"/>
                </a:solidFill>
              </a:defRPr>
            </a:lvl2pPr>
            <a:lvl3pPr indent="912113">
              <a:defRPr sz="2300">
                <a:solidFill>
                  <a:srgbClr val="888888"/>
                </a:solidFill>
              </a:defRPr>
            </a:lvl3pPr>
            <a:lvl4pPr indent="1368171">
              <a:defRPr sz="2300">
                <a:solidFill>
                  <a:srgbClr val="888888"/>
                </a:solidFill>
              </a:defRPr>
            </a:lvl4pPr>
            <a:lvl5pPr indent="1824227">
              <a:defRPr sz="2300">
                <a:solidFill>
                  <a:srgbClr val="888888"/>
                </a:solidFill>
              </a:defRPr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57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Рисунок 9" descr="Рисунок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6487" y="124476"/>
            <a:ext cx="1574790" cy="687183"/>
          </a:xfrm>
          <a:prstGeom prst="rect">
            <a:avLst/>
          </a:prstGeom>
          <a:ln w="12700">
            <a:miter lim="400000"/>
          </a:ln>
        </p:spPr>
      </p:pic>
      <p:sp>
        <p:nvSpPr>
          <p:cNvPr id="165" name="Прямоугольник 4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66" name="TextBox 7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808080"/>
                </a:solidFill>
              </a:defRPr>
            </a:lvl1pPr>
          </a:lstStyle>
          <a:p>
            <a:r>
              <a:t>2023</a:t>
            </a:r>
          </a:p>
        </p:txBody>
      </p:sp>
      <p:sp>
        <p:nvSpPr>
          <p:cNvPr id="167" name="Straight Connector 8"/>
          <p:cNvSpPr/>
          <p:nvPr/>
        </p:nvSpPr>
        <p:spPr>
          <a:xfrm>
            <a:off x="1258528" y="6571636"/>
            <a:ext cx="2303435" cy="1"/>
          </a:xfrm>
          <a:prstGeom prst="line">
            <a:avLst/>
          </a:prstGeom>
          <a:ln w="19050">
            <a:solidFill>
              <a:srgbClr val="808080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8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891024" y="900000"/>
            <a:ext cx="9576680" cy="714359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Текст заголовка</a:t>
            </a:r>
          </a:p>
        </p:txBody>
      </p:sp>
      <p:sp>
        <p:nvSpPr>
          <p:cNvPr id="169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3_Титульный слайд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ОБРАЗЕЦ ЗАГОЛОВКА"/>
          <p:cNvSpPr txBox="1">
            <a:spLocks noGrp="1"/>
          </p:cNvSpPr>
          <p:nvPr>
            <p:ph type="title" hasCustomPrompt="1"/>
          </p:nvPr>
        </p:nvSpPr>
        <p:spPr>
          <a:xfrm>
            <a:off x="916863" y="1616633"/>
            <a:ext cx="10423444" cy="220094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900">
                <a:solidFill>
                  <a:srgbClr val="FFFFFF"/>
                </a:solidFill>
                <a:latin typeface="+mn-lt"/>
                <a:ea typeface="+mn-ea"/>
                <a:cs typeface="+mn-cs"/>
                <a:sym typeface="Times New Roman"/>
              </a:defRPr>
            </a:lvl1pPr>
          </a:lstStyle>
          <a:p>
            <a:r>
              <a:t>ОБРАЗЕЦ ЗАГОЛОВКА</a:t>
            </a:r>
          </a:p>
        </p:txBody>
      </p:sp>
      <p:sp>
        <p:nvSpPr>
          <p:cNvPr id="177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916863" y="3971147"/>
            <a:ext cx="10423444" cy="81967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300">
                <a:solidFill>
                  <a:srgbClr val="FFFFFF"/>
                </a:solidFill>
              </a:defRPr>
            </a:lvl1pPr>
            <a:lvl2pPr indent="456056">
              <a:defRPr sz="2300">
                <a:solidFill>
                  <a:srgbClr val="FFFFFF"/>
                </a:solidFill>
              </a:defRPr>
            </a:lvl2pPr>
            <a:lvl3pPr indent="912113">
              <a:defRPr sz="2300">
                <a:solidFill>
                  <a:srgbClr val="FFFFFF"/>
                </a:solidFill>
              </a:defRPr>
            </a:lvl3pPr>
            <a:lvl4pPr indent="1368171">
              <a:defRPr sz="2300">
                <a:solidFill>
                  <a:srgbClr val="FFFFFF"/>
                </a:solidFill>
              </a:defRPr>
            </a:lvl4pPr>
            <a:lvl5pPr indent="1824227">
              <a:defRPr sz="2300">
                <a:solidFill>
                  <a:srgbClr val="FFFFFF"/>
                </a:solidFill>
              </a:defRPr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pic>
        <p:nvPicPr>
          <p:cNvPr id="178" name="Рисунок 21" descr="Рисунок 2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770519" y="0"/>
            <a:ext cx="4189831" cy="6840539"/>
          </a:xfrm>
          <a:prstGeom prst="rect">
            <a:avLst/>
          </a:prstGeom>
          <a:ln w="12700">
            <a:miter lim="400000"/>
          </a:ln>
        </p:spPr>
      </p:pic>
      <p:pic>
        <p:nvPicPr>
          <p:cNvPr id="179" name="Рисунок 13" descr="Рисунок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759" y="329337"/>
            <a:ext cx="1862897" cy="819676"/>
          </a:xfrm>
          <a:prstGeom prst="rect">
            <a:avLst/>
          </a:prstGeom>
          <a:ln w="12700">
            <a:miter lim="400000"/>
          </a:ln>
        </p:spPr>
      </p:pic>
      <p:sp>
        <p:nvSpPr>
          <p:cNvPr id="180" name="TextBox 12"/>
          <p:cNvSpPr txBox="1"/>
          <p:nvPr/>
        </p:nvSpPr>
        <p:spPr>
          <a:xfrm rot="16200000">
            <a:off x="11737005" y="954870"/>
            <a:ext cx="690615" cy="2592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>
                <a:solidFill>
                  <a:srgbClr val="FFFFFF"/>
                </a:solidFill>
              </a:defRPr>
            </a:lvl1pPr>
          </a:lstStyle>
          <a:p>
            <a:r>
              <a:t>2024</a:t>
            </a:r>
          </a:p>
        </p:txBody>
      </p:sp>
      <p:sp>
        <p:nvSpPr>
          <p:cNvPr id="181" name="Straight Connector 14"/>
          <p:cNvSpPr/>
          <p:nvPr/>
        </p:nvSpPr>
        <p:spPr>
          <a:xfrm>
            <a:off x="12128268" y="1404850"/>
            <a:ext cx="1" cy="2302626"/>
          </a:xfrm>
          <a:prstGeom prst="line">
            <a:avLst/>
          </a:prstGeom>
          <a:ln w="25400">
            <a:solidFill>
              <a:srgbClr val="FFFFFF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2" name="TextBox 15"/>
          <p:cNvSpPr txBox="1"/>
          <p:nvPr/>
        </p:nvSpPr>
        <p:spPr>
          <a:xfrm rot="16200000">
            <a:off x="11531872" y="5633390"/>
            <a:ext cx="1097103" cy="221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 spc="100">
                <a:solidFill>
                  <a:srgbClr val="FFFFFF"/>
                </a:solidFill>
              </a:defRPr>
            </a:lvl1pPr>
          </a:lstStyle>
          <a:p>
            <a:r>
              <a:t>РАНХиГС</a:t>
            </a:r>
          </a:p>
        </p:txBody>
      </p:sp>
      <p:sp>
        <p:nvSpPr>
          <p:cNvPr id="183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6261100" y="6148658"/>
            <a:ext cx="30226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7_Титульный слайд">
    <p:bg>
      <p:bgPr>
        <a:solidFill>
          <a:srgbClr val="8080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ОБРАЗЕЦ ЗАГОЛОВКА"/>
          <p:cNvSpPr txBox="1">
            <a:spLocks noGrp="1"/>
          </p:cNvSpPr>
          <p:nvPr>
            <p:ph type="title" hasCustomPrompt="1"/>
          </p:nvPr>
        </p:nvSpPr>
        <p:spPr>
          <a:xfrm>
            <a:off x="916863" y="1616636"/>
            <a:ext cx="10423444" cy="2200943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900">
                <a:solidFill>
                  <a:srgbClr val="FFFFFF"/>
                </a:solidFill>
                <a:latin typeface="+mn-lt"/>
                <a:ea typeface="+mn-ea"/>
                <a:cs typeface="+mn-cs"/>
                <a:sym typeface="Times New Roman"/>
              </a:defRPr>
            </a:lvl1pPr>
          </a:lstStyle>
          <a:p>
            <a:r>
              <a:t>ОБРАЗЕЦ ЗАГОЛОВКА</a:t>
            </a:r>
          </a:p>
        </p:txBody>
      </p:sp>
      <p:sp>
        <p:nvSpPr>
          <p:cNvPr id="191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916863" y="3971149"/>
            <a:ext cx="10423444" cy="81967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300">
                <a:solidFill>
                  <a:srgbClr val="FFFFFF"/>
                </a:solidFill>
              </a:defRPr>
            </a:lvl1pPr>
            <a:lvl2pPr indent="456056">
              <a:defRPr sz="2300">
                <a:solidFill>
                  <a:srgbClr val="FFFFFF"/>
                </a:solidFill>
              </a:defRPr>
            </a:lvl2pPr>
            <a:lvl3pPr indent="912113">
              <a:defRPr sz="2300">
                <a:solidFill>
                  <a:srgbClr val="FFFFFF"/>
                </a:solidFill>
              </a:defRPr>
            </a:lvl3pPr>
            <a:lvl4pPr indent="1368171">
              <a:defRPr sz="2300">
                <a:solidFill>
                  <a:srgbClr val="FFFFFF"/>
                </a:solidFill>
              </a:defRPr>
            </a:lvl4pPr>
            <a:lvl5pPr indent="1824227">
              <a:defRPr sz="2300">
                <a:solidFill>
                  <a:srgbClr val="FFFFFF"/>
                </a:solidFill>
              </a:defRPr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pic>
        <p:nvPicPr>
          <p:cNvPr id="192" name="Рисунок 21" descr="Рисунок 2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770519" y="0"/>
            <a:ext cx="4189831" cy="6840539"/>
          </a:xfrm>
          <a:prstGeom prst="rect">
            <a:avLst/>
          </a:prstGeom>
          <a:ln w="12700">
            <a:miter lim="400000"/>
          </a:ln>
        </p:spPr>
      </p:pic>
      <p:pic>
        <p:nvPicPr>
          <p:cNvPr id="193" name="Рисунок 13" descr="Рисунок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759" y="329337"/>
            <a:ext cx="1862897" cy="819676"/>
          </a:xfrm>
          <a:prstGeom prst="rect">
            <a:avLst/>
          </a:prstGeom>
          <a:ln w="12700">
            <a:miter lim="400000"/>
          </a:ln>
        </p:spPr>
      </p:pic>
      <p:sp>
        <p:nvSpPr>
          <p:cNvPr id="194" name="TextBox 12"/>
          <p:cNvSpPr txBox="1"/>
          <p:nvPr/>
        </p:nvSpPr>
        <p:spPr>
          <a:xfrm rot="16200000">
            <a:off x="11737005" y="954870"/>
            <a:ext cx="690615" cy="2592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>
                <a:solidFill>
                  <a:srgbClr val="FFFFFF"/>
                </a:solidFill>
              </a:defRPr>
            </a:lvl1pPr>
          </a:lstStyle>
          <a:p>
            <a:r>
              <a:t>2023</a:t>
            </a:r>
          </a:p>
        </p:txBody>
      </p:sp>
      <p:sp>
        <p:nvSpPr>
          <p:cNvPr id="195" name="Straight Connector 14"/>
          <p:cNvSpPr/>
          <p:nvPr/>
        </p:nvSpPr>
        <p:spPr>
          <a:xfrm>
            <a:off x="12128268" y="1404850"/>
            <a:ext cx="1" cy="2302626"/>
          </a:xfrm>
          <a:prstGeom prst="line">
            <a:avLst/>
          </a:prstGeom>
          <a:ln w="25400">
            <a:solidFill>
              <a:srgbClr val="FFFFFF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96" name="TextBox 15"/>
          <p:cNvSpPr txBox="1"/>
          <p:nvPr/>
        </p:nvSpPr>
        <p:spPr>
          <a:xfrm rot="16200000">
            <a:off x="11531872" y="5633390"/>
            <a:ext cx="1097103" cy="221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 spc="100">
                <a:solidFill>
                  <a:srgbClr val="FFFFFF"/>
                </a:solidFill>
              </a:defRPr>
            </a:lvl1pPr>
          </a:lstStyle>
          <a:p>
            <a:r>
              <a:t>РАНХиГС</a:t>
            </a:r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6261100" y="6148658"/>
            <a:ext cx="30226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8_Титульный слайд">
    <p:bg>
      <p:bgPr>
        <a:solidFill>
          <a:srgbClr val="A6A6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ОБРАЗЕЦ ЗАГОЛОВКА"/>
          <p:cNvSpPr txBox="1">
            <a:spLocks noGrp="1"/>
          </p:cNvSpPr>
          <p:nvPr>
            <p:ph type="title" hasCustomPrompt="1"/>
          </p:nvPr>
        </p:nvSpPr>
        <p:spPr>
          <a:xfrm>
            <a:off x="916863" y="1616636"/>
            <a:ext cx="10423444" cy="2200943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900">
                <a:solidFill>
                  <a:srgbClr val="FFFFFF"/>
                </a:solidFill>
                <a:latin typeface="+mn-lt"/>
                <a:ea typeface="+mn-ea"/>
                <a:cs typeface="+mn-cs"/>
                <a:sym typeface="Times New Roman"/>
              </a:defRPr>
            </a:lvl1pPr>
          </a:lstStyle>
          <a:p>
            <a:r>
              <a:t>ОБРАЗЕЦ ЗАГОЛОВКА</a:t>
            </a:r>
          </a:p>
        </p:txBody>
      </p:sp>
      <p:sp>
        <p:nvSpPr>
          <p:cNvPr id="205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916863" y="3971149"/>
            <a:ext cx="10423444" cy="81967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300">
                <a:solidFill>
                  <a:srgbClr val="FFFFFF"/>
                </a:solidFill>
              </a:defRPr>
            </a:lvl1pPr>
            <a:lvl2pPr indent="456056">
              <a:defRPr sz="2300">
                <a:solidFill>
                  <a:srgbClr val="FFFFFF"/>
                </a:solidFill>
              </a:defRPr>
            </a:lvl2pPr>
            <a:lvl3pPr indent="912113">
              <a:defRPr sz="2300">
                <a:solidFill>
                  <a:srgbClr val="FFFFFF"/>
                </a:solidFill>
              </a:defRPr>
            </a:lvl3pPr>
            <a:lvl4pPr indent="1368171">
              <a:defRPr sz="2300">
                <a:solidFill>
                  <a:srgbClr val="FFFFFF"/>
                </a:solidFill>
              </a:defRPr>
            </a:lvl4pPr>
            <a:lvl5pPr indent="1824227">
              <a:defRPr sz="2300">
                <a:solidFill>
                  <a:srgbClr val="FFFFFF"/>
                </a:solidFill>
              </a:defRPr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pic>
        <p:nvPicPr>
          <p:cNvPr id="206" name="Рисунок 21" descr="Рисунок 2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770519" y="0"/>
            <a:ext cx="4189831" cy="6840539"/>
          </a:xfrm>
          <a:prstGeom prst="rect">
            <a:avLst/>
          </a:prstGeom>
          <a:ln w="12700">
            <a:miter lim="400000"/>
          </a:ln>
        </p:spPr>
      </p:pic>
      <p:pic>
        <p:nvPicPr>
          <p:cNvPr id="207" name="Рисунок 13" descr="Рисунок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759" y="329337"/>
            <a:ext cx="1862897" cy="819676"/>
          </a:xfrm>
          <a:prstGeom prst="rect">
            <a:avLst/>
          </a:prstGeom>
          <a:ln w="12700">
            <a:miter lim="400000"/>
          </a:ln>
        </p:spPr>
      </p:pic>
      <p:sp>
        <p:nvSpPr>
          <p:cNvPr id="208" name="TextBox 12"/>
          <p:cNvSpPr txBox="1"/>
          <p:nvPr/>
        </p:nvSpPr>
        <p:spPr>
          <a:xfrm rot="16200000">
            <a:off x="11737005" y="954870"/>
            <a:ext cx="690615" cy="2592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>
                <a:solidFill>
                  <a:srgbClr val="FFFFFF"/>
                </a:solidFill>
              </a:defRPr>
            </a:lvl1pPr>
          </a:lstStyle>
          <a:p>
            <a:r>
              <a:t>2023</a:t>
            </a:r>
          </a:p>
        </p:txBody>
      </p:sp>
      <p:sp>
        <p:nvSpPr>
          <p:cNvPr id="209" name="Straight Connector 14"/>
          <p:cNvSpPr/>
          <p:nvPr/>
        </p:nvSpPr>
        <p:spPr>
          <a:xfrm>
            <a:off x="12128268" y="1404850"/>
            <a:ext cx="1" cy="2302626"/>
          </a:xfrm>
          <a:prstGeom prst="line">
            <a:avLst/>
          </a:prstGeom>
          <a:ln w="25400">
            <a:solidFill>
              <a:srgbClr val="FFFFFF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0" name="TextBox 15"/>
          <p:cNvSpPr txBox="1"/>
          <p:nvPr/>
        </p:nvSpPr>
        <p:spPr>
          <a:xfrm rot="16200000">
            <a:off x="11531872" y="5633390"/>
            <a:ext cx="1097103" cy="221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 spc="100">
                <a:solidFill>
                  <a:srgbClr val="FFFFFF"/>
                </a:solidFill>
              </a:defRPr>
            </a:lvl1pPr>
          </a:lstStyle>
          <a:p>
            <a:r>
              <a:t>РАНХиГС</a:t>
            </a:r>
          </a:p>
        </p:txBody>
      </p:sp>
      <p:sp>
        <p:nvSpPr>
          <p:cNvPr id="211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6261100" y="6148658"/>
            <a:ext cx="30226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6385741" y="6528114"/>
            <a:ext cx="176292" cy="174768"/>
          </a:xfrm>
          <a:prstGeom prst="rect">
            <a:avLst/>
          </a:prstGeom>
        </p:spPr>
        <p:txBody>
          <a:bodyPr lIns="25305" tIns="25305" rIns="25305" bIns="25305" anchor="b"/>
          <a:lstStyle>
            <a:lvl1pPr algn="ctr" defTabSz="291018">
              <a:defRPr sz="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9" descr="Рисунок 9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856487" y="124476"/>
            <a:ext cx="1574790" cy="687183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Прямоугольник 4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" name="TextBox 15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808080"/>
                </a:solidFill>
              </a:defRPr>
            </a:lvl1pPr>
          </a:lstStyle>
          <a:p>
            <a:r>
              <a:t>2023</a:t>
            </a:r>
          </a:p>
        </p:txBody>
      </p:sp>
      <p:sp>
        <p:nvSpPr>
          <p:cNvPr id="5" name="Straight Connector 16"/>
          <p:cNvSpPr/>
          <p:nvPr/>
        </p:nvSpPr>
        <p:spPr>
          <a:xfrm>
            <a:off x="1258528" y="6571636"/>
            <a:ext cx="2303435" cy="1"/>
          </a:xfrm>
          <a:prstGeom prst="line">
            <a:avLst/>
          </a:prstGeom>
          <a:ln w="19050">
            <a:solidFill>
              <a:srgbClr val="808080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6" name="Рисунок 7" descr="Рисунок 7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902203" y="0"/>
            <a:ext cx="1058147" cy="6840539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601687" y="304062"/>
            <a:ext cx="301908" cy="28882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400"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  <p:sp>
        <p:nvSpPr>
          <p:cNvPr id="8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647700" y="273620"/>
            <a:ext cx="11658600" cy="13206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/>
          <a:p>
            <a:r>
              <a:t>Текст заголовка</a:t>
            </a:r>
          </a:p>
        </p:txBody>
      </p:sp>
      <p:sp>
        <p:nvSpPr>
          <p:cNvPr id="9" name="Уровень текста 1…"/>
          <p:cNvSpPr txBox="1">
            <a:spLocks noGrp="1"/>
          </p:cNvSpPr>
          <p:nvPr>
            <p:ph type="body" idx="1"/>
          </p:nvPr>
        </p:nvSpPr>
        <p:spPr>
          <a:xfrm>
            <a:off x="647700" y="1594273"/>
            <a:ext cx="11658600" cy="52383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/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ransition spd="med"/>
  <p:txStyles>
    <p:titleStyle>
      <a:lvl1pPr marL="0" marR="0" indent="0" algn="l" defTabSz="912113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1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1pPr>
      <a:lvl2pPr marL="0" marR="0" indent="0" algn="l" defTabSz="912113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1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2pPr>
      <a:lvl3pPr marL="0" marR="0" indent="0" algn="l" defTabSz="912113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1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3pPr>
      <a:lvl4pPr marL="0" marR="0" indent="0" algn="l" defTabSz="912113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1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4pPr>
      <a:lvl5pPr marL="0" marR="0" indent="0" algn="l" defTabSz="912113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1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5pPr>
      <a:lvl6pPr marL="0" marR="0" indent="0" algn="l" defTabSz="912113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1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6pPr>
      <a:lvl7pPr marL="0" marR="0" indent="0" algn="l" defTabSz="912113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1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7pPr>
      <a:lvl8pPr marL="0" marR="0" indent="0" algn="l" defTabSz="912113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1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8pPr>
      <a:lvl9pPr marL="0" marR="0" indent="0" algn="l" defTabSz="912113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1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9pPr>
    </p:titleStyle>
    <p:bodyStyle>
      <a:lvl1pPr marL="0" marR="0" indent="0" algn="l" defTabSz="912113" rtl="0" latinLnBrk="0">
        <a:lnSpc>
          <a:spcPct val="100000"/>
        </a:lnSpc>
        <a:spcBef>
          <a:spcPts val="90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1pPr>
      <a:lvl2pPr marL="0" marR="0" indent="0" algn="l" defTabSz="912113" rtl="0" latinLnBrk="0">
        <a:lnSpc>
          <a:spcPct val="100000"/>
        </a:lnSpc>
        <a:spcBef>
          <a:spcPts val="90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2pPr>
      <a:lvl3pPr marL="0" marR="0" indent="0" algn="l" defTabSz="912113" rtl="0" latinLnBrk="0">
        <a:lnSpc>
          <a:spcPct val="100000"/>
        </a:lnSpc>
        <a:spcBef>
          <a:spcPts val="90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3pPr>
      <a:lvl4pPr marL="0" marR="0" indent="0" algn="l" defTabSz="912113" rtl="0" latinLnBrk="0">
        <a:lnSpc>
          <a:spcPct val="100000"/>
        </a:lnSpc>
        <a:spcBef>
          <a:spcPts val="90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4pPr>
      <a:lvl5pPr marL="0" marR="0" indent="0" algn="l" defTabSz="912113" rtl="0" latinLnBrk="0">
        <a:lnSpc>
          <a:spcPct val="100000"/>
        </a:lnSpc>
        <a:spcBef>
          <a:spcPts val="90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5pPr>
      <a:lvl6pPr marL="2494900" marR="0" indent="-214615" algn="l" defTabSz="912113" rtl="0" latinLnBrk="0">
        <a:lnSpc>
          <a:spcPct val="100000"/>
        </a:lnSpc>
        <a:spcBef>
          <a:spcPts val="900"/>
        </a:spcBef>
        <a:spcAft>
          <a:spcPts val="0"/>
        </a:spcAft>
        <a:buClrTx/>
        <a:buSzPct val="100000"/>
        <a:buFontTx/>
        <a:buChar char="•"/>
        <a:tabLst/>
        <a:defRPr sz="16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6pPr>
      <a:lvl7pPr marL="2950957" marR="0" indent="-214615" algn="l" defTabSz="912113" rtl="0" latinLnBrk="0">
        <a:lnSpc>
          <a:spcPct val="100000"/>
        </a:lnSpc>
        <a:spcBef>
          <a:spcPts val="900"/>
        </a:spcBef>
        <a:spcAft>
          <a:spcPts val="0"/>
        </a:spcAft>
        <a:buClrTx/>
        <a:buSzPct val="100000"/>
        <a:buFontTx/>
        <a:buChar char="•"/>
        <a:tabLst/>
        <a:defRPr sz="16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7pPr>
      <a:lvl8pPr marL="3407014" marR="0" indent="-214615" algn="l" defTabSz="912113" rtl="0" latinLnBrk="0">
        <a:lnSpc>
          <a:spcPct val="100000"/>
        </a:lnSpc>
        <a:spcBef>
          <a:spcPts val="900"/>
        </a:spcBef>
        <a:spcAft>
          <a:spcPts val="0"/>
        </a:spcAft>
        <a:buClrTx/>
        <a:buSzPct val="100000"/>
        <a:buFontTx/>
        <a:buChar char="•"/>
        <a:tabLst/>
        <a:defRPr sz="16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8pPr>
      <a:lvl9pPr marL="3863071" marR="0" indent="-214615" algn="l" defTabSz="912113" rtl="0" latinLnBrk="0">
        <a:lnSpc>
          <a:spcPct val="100000"/>
        </a:lnSpc>
        <a:spcBef>
          <a:spcPts val="900"/>
        </a:spcBef>
        <a:spcAft>
          <a:spcPts val="0"/>
        </a:spcAft>
        <a:buClrTx/>
        <a:buSzPct val="100000"/>
        <a:buFontTx/>
        <a:buChar char="•"/>
        <a:tabLst/>
        <a:defRPr sz="16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.docx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9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1.docx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0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2.docx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1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6.xml"/><Relationship Id="rId3" Type="http://schemas.openxmlformats.org/officeDocument/2006/relationships/diagramLayout" Target="../diagrams/layout5.xml"/><Relationship Id="rId7" Type="http://schemas.openxmlformats.org/officeDocument/2006/relationships/diagramData" Target="../diagrams/data6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11" Type="http://schemas.microsoft.com/office/2007/relationships/diagramDrawing" Target="../diagrams/drawing6.xml"/><Relationship Id="rId5" Type="http://schemas.openxmlformats.org/officeDocument/2006/relationships/diagramColors" Target="../diagrams/colors5.xml"/><Relationship Id="rId10" Type="http://schemas.openxmlformats.org/officeDocument/2006/relationships/diagramColors" Target="../diagrams/colors6.xml"/><Relationship Id="rId4" Type="http://schemas.openxmlformats.org/officeDocument/2006/relationships/diagramQuickStyle" Target="../diagrams/quickStyle5.xml"/><Relationship Id="rId9" Type="http://schemas.openxmlformats.org/officeDocument/2006/relationships/diagramQuickStyle" Target="../diagrams/quickStyle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Title 1"/>
          <p:cNvSpPr txBox="1">
            <a:spLocks noGrp="1"/>
          </p:cNvSpPr>
          <p:nvPr>
            <p:ph type="title"/>
          </p:nvPr>
        </p:nvSpPr>
        <p:spPr>
          <a:xfrm>
            <a:off x="916862" y="3682202"/>
            <a:ext cx="10423444" cy="1649102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ru-RU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Практическая работа по дисциплине «Программная инженерия»</a:t>
            </a:r>
            <a:br>
              <a:rPr lang="ru-RU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Тема: Реквизитный анализ экономического документа и создание его </a:t>
            </a:r>
            <a:r>
              <a:rPr lang="ru-RU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внутримашинного</a:t>
            </a:r>
            <a:r>
              <a:rPr lang="ru-RU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представления</a:t>
            </a:r>
            <a:b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ru-RU" sz="3200" dirty="0"/>
          </a:p>
        </p:txBody>
      </p:sp>
      <p:sp>
        <p:nvSpPr>
          <p:cNvPr id="228" name="Subtitle 2"/>
          <p:cNvSpPr txBox="1">
            <a:spLocks noGrp="1"/>
          </p:cNvSpPr>
          <p:nvPr>
            <p:ph type="body" sz="quarter" idx="1"/>
          </p:nvPr>
        </p:nvSpPr>
        <p:spPr>
          <a:xfrm>
            <a:off x="6992470" y="5115522"/>
            <a:ext cx="4347836" cy="1118134"/>
          </a:xfrm>
          <a:prstGeom prst="rect">
            <a:avLst/>
          </a:prstGeom>
        </p:spPr>
        <p:txBody>
          <a:bodyPr>
            <a:normAutofit fontScale="77500" lnSpcReduction="20000"/>
          </a:bodyPr>
          <a:lstStyle/>
          <a:p>
            <a:pPr>
              <a:spcBef>
                <a:spcPts val="0"/>
              </a:spcBef>
              <a:defRPr>
                <a:latin typeface="+mn-lt"/>
                <a:ea typeface="+mn-ea"/>
                <a:cs typeface="+mn-cs"/>
                <a:sym typeface="Times New Roman"/>
              </a:defRPr>
            </a:pPr>
            <a:br>
              <a:rPr lang="ru-RU" dirty="0"/>
            </a:br>
            <a:r>
              <a:rPr lang="ru-RU" dirty="0"/>
              <a:t>Выполнили: Науменко Д.С., Морозова Е.С., группа ИБ-321</a:t>
            </a:r>
          </a:p>
          <a:p>
            <a:pPr>
              <a:spcBef>
                <a:spcPts val="0"/>
              </a:spcBef>
              <a:defRPr>
                <a:latin typeface="+mn-lt"/>
                <a:ea typeface="+mn-ea"/>
                <a:cs typeface="+mn-cs"/>
                <a:sym typeface="Times New Roman"/>
              </a:defRPr>
            </a:pPr>
            <a:r>
              <a:rPr lang="ru-RU" dirty="0"/>
              <a:t>Руководители: Окулич В.И., Окулич Е.В.</a:t>
            </a:r>
            <a:endParaRPr dirty="0"/>
          </a:p>
        </p:txBody>
      </p:sp>
      <p:sp>
        <p:nvSpPr>
          <p:cNvPr id="229" name="TextBox 3"/>
          <p:cNvSpPr txBox="1"/>
          <p:nvPr/>
        </p:nvSpPr>
        <p:spPr>
          <a:xfrm>
            <a:off x="913800" y="6125934"/>
            <a:ext cx="2146926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r>
              <a:rPr dirty="0" err="1"/>
              <a:t>Нижний</a:t>
            </a:r>
            <a:r>
              <a:rPr dirty="0"/>
              <a:t> </a:t>
            </a:r>
            <a:r>
              <a:rPr dirty="0" err="1"/>
              <a:t>Новгород</a:t>
            </a:r>
            <a:r>
              <a:rPr dirty="0"/>
              <a:t>, 202</a:t>
            </a:r>
            <a:r>
              <a:rPr lang="ru-RU" dirty="0"/>
              <a:t>6</a:t>
            </a:r>
            <a:endParaRPr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23A1341-2094-4BB0-BBD2-780C5F96B22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-1" b="37926"/>
          <a:stretch/>
        </p:blipFill>
        <p:spPr>
          <a:xfrm flipH="1">
            <a:off x="11934176" y="718185"/>
            <a:ext cx="372097" cy="1466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3BE516E-8C8B-40BF-9F92-3D5B22492B66}"/>
              </a:ext>
            </a:extLst>
          </p:cNvPr>
          <p:cNvSpPr txBox="1"/>
          <p:nvPr/>
        </p:nvSpPr>
        <p:spPr>
          <a:xfrm rot="16200000">
            <a:off x="11938635" y="573405"/>
            <a:ext cx="308610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dirty="0">
                <a:solidFill>
                  <a:schemeClr val="bg1"/>
                </a:solidFill>
              </a:rPr>
              <a:t>6</a:t>
            </a: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72D160-59DF-4EED-B63E-E8A9289790F1}"/>
              </a:ext>
            </a:extLst>
          </p:cNvPr>
          <p:cNvSpPr txBox="1"/>
          <p:nvPr/>
        </p:nvSpPr>
        <p:spPr>
          <a:xfrm>
            <a:off x="913800" y="718185"/>
            <a:ext cx="10020106" cy="296401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>
              <a:lnSpc>
                <a:spcPct val="106000"/>
              </a:lnSpc>
              <a:spcAft>
                <a:spcPts val="800"/>
              </a:spcAft>
            </a:pPr>
            <a:r>
              <a:rPr lang="ru-RU" sz="12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Федеральное государственное бюджетное образовательное учреждение</a:t>
            </a:r>
            <a:endParaRPr lang="ru-RU" sz="12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6000"/>
              </a:lnSpc>
              <a:spcAft>
                <a:spcPts val="800"/>
              </a:spcAft>
            </a:pPr>
            <a:r>
              <a:rPr lang="ru-RU" sz="12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высшего образования</a:t>
            </a:r>
            <a:endParaRPr lang="ru-RU" sz="12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6000"/>
              </a:lnSpc>
              <a:spcAft>
                <a:spcPts val="800"/>
              </a:spcAft>
            </a:pPr>
            <a:r>
              <a:rPr lang="ru-RU" sz="12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«РОССИЙСКАЯ АКАДЕМИЯ НАРОДНОГО ХОЗЯЙСТВА</a:t>
            </a:r>
            <a:r>
              <a:rPr lang="ru-RU" sz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2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 ГОСУДАРСТВЕННОЙ СЛУЖБЫ</a:t>
            </a:r>
            <a:endParaRPr lang="ru-RU" sz="12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6000"/>
              </a:lnSpc>
              <a:spcAft>
                <a:spcPts val="800"/>
              </a:spcAft>
            </a:pPr>
            <a:r>
              <a:rPr lang="ru-RU" sz="12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ПРИ ПРЕЗИДЕНТЕ РОССИЙСКОЙ ФЕДЕРАЦИИ»</a:t>
            </a:r>
            <a:endParaRPr lang="ru-RU" sz="12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6000"/>
              </a:lnSpc>
              <a:spcAft>
                <a:spcPts val="800"/>
              </a:spcAft>
            </a:pPr>
            <a:r>
              <a:rPr lang="ru-RU" sz="12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НИЖЕГОРОДСКИЙ ИНСТИТУТ УПРАВЛЕНИЯ – филиал РАНХиГС</a:t>
            </a:r>
            <a:endParaRPr lang="ru-RU" sz="12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6000"/>
              </a:lnSpc>
              <a:spcAft>
                <a:spcPts val="800"/>
              </a:spcAft>
            </a:pPr>
            <a:r>
              <a:rPr lang="ru-RU" sz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Факультет: Управления</a:t>
            </a:r>
            <a:endParaRPr lang="ru-RU" sz="12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6000"/>
              </a:lnSpc>
              <a:spcAft>
                <a:spcPts val="800"/>
              </a:spcAft>
            </a:pPr>
            <a:r>
              <a:rPr lang="ru-RU" sz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Кафедра: информатика и информационные технологии</a:t>
            </a:r>
            <a:endParaRPr lang="ru-RU" sz="12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6000"/>
              </a:lnSpc>
              <a:spcAft>
                <a:spcPts val="800"/>
              </a:spcAft>
            </a:pPr>
            <a:r>
              <a:rPr lang="ru-RU" sz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Направление подготовки / специальность: Прикладная информатика (09.03.03)</a:t>
            </a:r>
            <a:endParaRPr lang="ru-RU" sz="12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6000"/>
              </a:lnSpc>
              <a:spcAft>
                <a:spcPts val="800"/>
              </a:spcAft>
            </a:pPr>
            <a:r>
              <a:rPr lang="ru-RU" sz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Направленность (профиль) / специализация: Корпоративные информационные системы</a:t>
            </a:r>
            <a:endParaRPr lang="ru-RU" sz="12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6000"/>
              </a:lnSpc>
              <a:spcAft>
                <a:spcPts val="800"/>
              </a:spcAft>
            </a:pPr>
            <a:r>
              <a:rPr lang="ru-RU" sz="1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управления</a:t>
            </a:r>
            <a:endParaRPr lang="ru-RU" sz="12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E8D5039-C192-4E83-A9E6-D6B28A3CADE8}"/>
              </a:ext>
            </a:extLst>
          </p:cNvPr>
          <p:cNvSpPr/>
          <p:nvPr/>
        </p:nvSpPr>
        <p:spPr>
          <a:xfrm>
            <a:off x="655610" y="6465570"/>
            <a:ext cx="440774" cy="207906"/>
          </a:xfrm>
          <a:prstGeom prst="rect">
            <a:avLst/>
          </a:prstGeom>
          <a:solidFill>
            <a:srgbClr val="FFFFFF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498CC5-D527-4823-933D-28101381C173}"/>
              </a:ext>
            </a:extLst>
          </p:cNvPr>
          <p:cNvSpPr txBox="1"/>
          <p:nvPr/>
        </p:nvSpPr>
        <p:spPr>
          <a:xfrm>
            <a:off x="595368" y="6414492"/>
            <a:ext cx="768612" cy="3100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1400" b="0" i="0" u="none" strike="noStrike" cap="none" spc="0" normalizeH="0" baseline="0" dirty="0">
                <a:ln>
                  <a:noFill/>
                </a:ln>
                <a:solidFill>
                  <a:srgbClr val="80808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2026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B5349D-C60B-47EE-B5C1-44781FBBE0C4}"/>
              </a:ext>
            </a:extLst>
          </p:cNvPr>
          <p:cNvSpPr txBox="1"/>
          <p:nvPr/>
        </p:nvSpPr>
        <p:spPr>
          <a:xfrm>
            <a:off x="4096870" y="564777"/>
            <a:ext cx="4760259" cy="70788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4000" b="0" i="0" u="none" strike="noStrike" cap="none" spc="0" normalizeH="0" baseline="0" dirty="0">
                <a:ln>
                  <a:noFill/>
                </a:ln>
                <a:solidFill>
                  <a:srgbClr val="A30236"/>
                </a:solidFill>
                <a:effectLst/>
                <a:uFillTx/>
                <a:latin typeface="+mn-lt"/>
                <a:ea typeface="Arial"/>
                <a:cs typeface="Arial"/>
                <a:sym typeface="Arial"/>
              </a:rPr>
              <a:t>Цель и задачи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2DD1CE-6879-42A6-B914-A8C981CC73C1}"/>
              </a:ext>
            </a:extLst>
          </p:cNvPr>
          <p:cNvSpPr txBox="1"/>
          <p:nvPr/>
        </p:nvSpPr>
        <p:spPr>
          <a:xfrm>
            <a:off x="1363980" y="1272661"/>
            <a:ext cx="6477000" cy="95410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ru-RU" sz="2000" dirty="0">
                <a:solidFill>
                  <a:srgbClr val="990233"/>
                </a:solidFill>
              </a:rPr>
              <a:t>Цель:</a:t>
            </a:r>
          </a:p>
          <a:p>
            <a:r>
              <a:rPr lang="ru-RU" dirty="0"/>
              <a:t>Найти экономический документ, провести его анализ, с использованием нотации BPMN.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4ED93C-CF42-46EC-8A73-C7B946FB849B}"/>
              </a:ext>
            </a:extLst>
          </p:cNvPr>
          <p:cNvSpPr txBox="1"/>
          <p:nvPr/>
        </p:nvSpPr>
        <p:spPr>
          <a:xfrm>
            <a:off x="1363980" y="2167175"/>
            <a:ext cx="10898841" cy="39703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ru-RU" sz="2000" dirty="0">
                <a:solidFill>
                  <a:srgbClr val="990233"/>
                </a:solidFill>
              </a:rPr>
              <a:t>Задачи:</a:t>
            </a:r>
            <a:endParaRPr lang="ru-RU" sz="2000" dirty="0"/>
          </a:p>
          <a:p>
            <a:r>
              <a:rPr lang="ru-RU" dirty="0"/>
              <a:t>a.	Выбрать документ, используя приведённые источники по поиску документа в интернете.</a:t>
            </a:r>
          </a:p>
          <a:p>
            <a:r>
              <a:rPr lang="ru-RU" dirty="0"/>
              <a:t>b.	Провести его реквизитный анализ, используя теоретический материал к данной лабораторной работе.</a:t>
            </a:r>
          </a:p>
          <a:p>
            <a:r>
              <a:rPr lang="ru-RU" dirty="0"/>
              <a:t>c.	Выделить финансовые и экономический реквизиты.</a:t>
            </a:r>
          </a:p>
          <a:p>
            <a:r>
              <a:rPr lang="ru-RU" dirty="0"/>
              <a:t>d.	Найти в интернете описание полное описание процесса работы с этим документом. Ссылки на соответствующие сайты указать в отчёте – даже, если использовался AI. В отчёте дать текстовое описание процесса.</a:t>
            </a:r>
          </a:p>
          <a:p>
            <a:r>
              <a:rPr lang="ru-RU" dirty="0"/>
              <a:t>e.	Изучить назначение и особенности стандарта описания процесса BPMN 2.0.</a:t>
            </a:r>
          </a:p>
          <a:p>
            <a:r>
              <a:rPr lang="ru-RU" dirty="0"/>
              <a:t>f.	Выбрать подходящий для вас инструмент создания диаграмм BPMN и описать с их помощью изученный Вами процесс.</a:t>
            </a:r>
          </a:p>
          <a:p>
            <a:r>
              <a:rPr lang="ru-RU" dirty="0"/>
              <a:t>g.	Создать соответствующую базу данных – сначала концептуальную, логическую, физическую, позволяющую работать с этим документом в информационной системе.</a:t>
            </a:r>
          </a:p>
          <a:p>
            <a:r>
              <a:rPr lang="ru-RU" dirty="0"/>
              <a:t>h.	Сохранить отчёт в выбранном вами репозитории.</a:t>
            </a:r>
          </a:p>
        </p:txBody>
      </p:sp>
    </p:spTree>
    <p:extLst>
      <p:ext uri="{BB962C8B-B14F-4D97-AF65-F5344CB8AC3E}">
        <p14:creationId xmlns:p14="http://schemas.microsoft.com/office/powerpoint/2010/main" val="1149114770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E8D5039-C192-4E83-A9E6-D6B28A3CADE8}"/>
              </a:ext>
            </a:extLst>
          </p:cNvPr>
          <p:cNvSpPr/>
          <p:nvPr/>
        </p:nvSpPr>
        <p:spPr>
          <a:xfrm>
            <a:off x="655610" y="6465570"/>
            <a:ext cx="440774" cy="207906"/>
          </a:xfrm>
          <a:prstGeom prst="rect">
            <a:avLst/>
          </a:prstGeom>
          <a:solidFill>
            <a:srgbClr val="FFFFFF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498CC5-D527-4823-933D-28101381C173}"/>
              </a:ext>
            </a:extLst>
          </p:cNvPr>
          <p:cNvSpPr txBox="1"/>
          <p:nvPr/>
        </p:nvSpPr>
        <p:spPr>
          <a:xfrm>
            <a:off x="595368" y="6414492"/>
            <a:ext cx="768612" cy="3100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1400" b="0" i="0" u="none" strike="noStrike" cap="none" spc="0" normalizeH="0" baseline="0" dirty="0">
                <a:ln>
                  <a:noFill/>
                </a:ln>
                <a:solidFill>
                  <a:srgbClr val="80808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2026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B5349D-C60B-47EE-B5C1-44781FBBE0C4}"/>
              </a:ext>
            </a:extLst>
          </p:cNvPr>
          <p:cNvSpPr txBox="1"/>
          <p:nvPr/>
        </p:nvSpPr>
        <p:spPr>
          <a:xfrm>
            <a:off x="4096870" y="207071"/>
            <a:ext cx="4760259" cy="70788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4000" dirty="0">
                <a:solidFill>
                  <a:srgbClr val="A30236"/>
                </a:solidFill>
                <a:latin typeface="+mn-lt"/>
              </a:rPr>
              <a:t>Выбор документа</a:t>
            </a:r>
            <a:endParaRPr kumimoji="0" lang="ru-RU" sz="4000" b="0" i="0" u="none" strike="noStrike" cap="none" spc="0" normalizeH="0" baseline="0" dirty="0">
              <a:ln>
                <a:noFill/>
              </a:ln>
              <a:solidFill>
                <a:srgbClr val="A30236"/>
              </a:solidFill>
              <a:effectLst/>
              <a:uFillTx/>
              <a:latin typeface="+mn-lt"/>
              <a:ea typeface="Arial"/>
              <a:cs typeface="Arial"/>
              <a:sym typeface="Arial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0EFD4EA-B7A4-43E8-AD33-41C96FD205C4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610" y="914955"/>
            <a:ext cx="4760259" cy="5550615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381824F-AA4D-4F3B-88AD-1B0E20BCA0AB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6561" y="2041525"/>
            <a:ext cx="5629910" cy="479107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790FED3-DCA8-426F-A3E5-61A05CB1ACA9}"/>
              </a:ext>
            </a:extLst>
          </p:cNvPr>
          <p:cNvSpPr txBox="1"/>
          <p:nvPr/>
        </p:nvSpPr>
        <p:spPr>
          <a:xfrm>
            <a:off x="5646561" y="881643"/>
            <a:ext cx="6101018" cy="175432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Документ:</a:t>
            </a:r>
            <a:br>
              <a:rPr lang="ru-RU" dirty="0"/>
            </a:b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Промежуточный консолидированный отчёт о движении денежных средств ПАО «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Сбер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»</a:t>
            </a:r>
            <a:br>
              <a:rPr lang="ru-RU" dirty="0"/>
            </a:b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Период: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9 месяцев 2025 и 2024 гг.</a:t>
            </a:r>
            <a:br>
              <a:rPr lang="ru-RU" dirty="0"/>
            </a:b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Источник: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MSFO_Rus_9m2025.pdf (стр. 5–6)</a:t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70243306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E8D5039-C192-4E83-A9E6-D6B28A3CADE8}"/>
              </a:ext>
            </a:extLst>
          </p:cNvPr>
          <p:cNvSpPr/>
          <p:nvPr/>
        </p:nvSpPr>
        <p:spPr>
          <a:xfrm>
            <a:off x="655610" y="6465570"/>
            <a:ext cx="440774" cy="207906"/>
          </a:xfrm>
          <a:prstGeom prst="rect">
            <a:avLst/>
          </a:prstGeom>
          <a:solidFill>
            <a:srgbClr val="FFFFFF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498CC5-D527-4823-933D-28101381C173}"/>
              </a:ext>
            </a:extLst>
          </p:cNvPr>
          <p:cNvSpPr txBox="1"/>
          <p:nvPr/>
        </p:nvSpPr>
        <p:spPr>
          <a:xfrm>
            <a:off x="595368" y="6414492"/>
            <a:ext cx="768612" cy="3100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1400" b="0" i="0" u="none" strike="noStrike" cap="none" spc="0" normalizeH="0" baseline="0" dirty="0">
                <a:ln>
                  <a:noFill/>
                </a:ln>
                <a:solidFill>
                  <a:srgbClr val="80808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2026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B5349D-C60B-47EE-B5C1-44781FBBE0C4}"/>
              </a:ext>
            </a:extLst>
          </p:cNvPr>
          <p:cNvSpPr txBox="1"/>
          <p:nvPr/>
        </p:nvSpPr>
        <p:spPr>
          <a:xfrm>
            <a:off x="2559422" y="513977"/>
            <a:ext cx="7835155" cy="132343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4000" b="0" i="0" u="none" strike="noStrike" cap="none" spc="0" normalizeH="0" baseline="0" dirty="0">
                <a:ln>
                  <a:noFill/>
                </a:ln>
                <a:solidFill>
                  <a:srgbClr val="A30236"/>
                </a:solidFill>
                <a:effectLst/>
                <a:uFillTx/>
                <a:latin typeface="+mn-lt"/>
                <a:ea typeface="Arial"/>
                <a:cs typeface="Arial"/>
                <a:sym typeface="Arial"/>
              </a:rPr>
              <a:t>Общая характеристика и структура документа</a:t>
            </a:r>
          </a:p>
        </p:txBody>
      </p:sp>
      <p:graphicFrame>
        <p:nvGraphicFramePr>
          <p:cNvPr id="17" name="Схема 16">
            <a:extLst>
              <a:ext uri="{FF2B5EF4-FFF2-40B4-BE49-F238E27FC236}">
                <a16:creationId xmlns:a16="http://schemas.microsoft.com/office/drawing/2014/main" id="{D8313DA9-BD73-40A9-8CB5-40E5018E4D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18676492"/>
              </p:ext>
            </p:extLst>
          </p:nvPr>
        </p:nvGraphicFramePr>
        <p:xfrm>
          <a:off x="497941" y="2042320"/>
          <a:ext cx="5881632" cy="39703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6" name="Схема 15">
            <a:extLst>
              <a:ext uri="{FF2B5EF4-FFF2-40B4-BE49-F238E27FC236}">
                <a16:creationId xmlns:a16="http://schemas.microsoft.com/office/drawing/2014/main" id="{82C21CEA-4719-4556-A34B-55D1F51A4A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37534658"/>
              </p:ext>
            </p:extLst>
          </p:nvPr>
        </p:nvGraphicFramePr>
        <p:xfrm>
          <a:off x="6379573" y="2049652"/>
          <a:ext cx="6476999" cy="29547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579798965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E8D5039-C192-4E83-A9E6-D6B28A3CADE8}"/>
              </a:ext>
            </a:extLst>
          </p:cNvPr>
          <p:cNvSpPr/>
          <p:nvPr/>
        </p:nvSpPr>
        <p:spPr>
          <a:xfrm>
            <a:off x="655610" y="6465570"/>
            <a:ext cx="440774" cy="207906"/>
          </a:xfrm>
          <a:prstGeom prst="rect">
            <a:avLst/>
          </a:prstGeom>
          <a:solidFill>
            <a:srgbClr val="FFFFFF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498CC5-D527-4823-933D-28101381C173}"/>
              </a:ext>
            </a:extLst>
          </p:cNvPr>
          <p:cNvSpPr txBox="1"/>
          <p:nvPr/>
        </p:nvSpPr>
        <p:spPr>
          <a:xfrm>
            <a:off x="595368" y="6414492"/>
            <a:ext cx="768612" cy="3100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1400" b="0" i="0" u="none" strike="noStrike" cap="none" spc="0" normalizeH="0" baseline="0" dirty="0">
                <a:ln>
                  <a:noFill/>
                </a:ln>
                <a:solidFill>
                  <a:srgbClr val="80808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2026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B5349D-C60B-47EE-B5C1-44781FBBE0C4}"/>
              </a:ext>
            </a:extLst>
          </p:cNvPr>
          <p:cNvSpPr txBox="1"/>
          <p:nvPr/>
        </p:nvSpPr>
        <p:spPr>
          <a:xfrm>
            <a:off x="4096870" y="564777"/>
            <a:ext cx="5199530" cy="70788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4000" b="0" i="0" u="none" strike="noStrike" cap="none" spc="0" normalizeH="0" baseline="0" dirty="0">
                <a:ln>
                  <a:noFill/>
                </a:ln>
                <a:solidFill>
                  <a:srgbClr val="A30236"/>
                </a:solidFill>
                <a:effectLst/>
                <a:uFillTx/>
                <a:latin typeface="+mn-lt"/>
                <a:ea typeface="Arial"/>
                <a:cs typeface="Arial"/>
                <a:sym typeface="Arial"/>
              </a:rPr>
              <a:t>Структура документа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75AF3FF1-CC53-4040-BF70-522291CB51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6924403"/>
              </p:ext>
            </p:extLst>
          </p:nvPr>
        </p:nvGraphicFramePr>
        <p:xfrm>
          <a:off x="330310" y="1343611"/>
          <a:ext cx="12293379" cy="47553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Document" r:id="rId3" imgW="5925852" imgH="2292891" progId="Word.Document.12">
                  <p:embed/>
                </p:oleObj>
              </mc:Choice>
              <mc:Fallback>
                <p:oleObj name="Document" r:id="rId3" imgW="5925852" imgH="229289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0310" y="1343611"/>
                        <a:ext cx="12293379" cy="47553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44904266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E8D5039-C192-4E83-A9E6-D6B28A3CADE8}"/>
              </a:ext>
            </a:extLst>
          </p:cNvPr>
          <p:cNvSpPr/>
          <p:nvPr/>
        </p:nvSpPr>
        <p:spPr>
          <a:xfrm>
            <a:off x="655610" y="6465570"/>
            <a:ext cx="440774" cy="207906"/>
          </a:xfrm>
          <a:prstGeom prst="rect">
            <a:avLst/>
          </a:prstGeom>
          <a:solidFill>
            <a:srgbClr val="FFFFFF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498CC5-D527-4823-933D-28101381C173}"/>
              </a:ext>
            </a:extLst>
          </p:cNvPr>
          <p:cNvSpPr txBox="1"/>
          <p:nvPr/>
        </p:nvSpPr>
        <p:spPr>
          <a:xfrm>
            <a:off x="595368" y="6414492"/>
            <a:ext cx="768612" cy="3100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1400" b="0" i="0" u="none" strike="noStrike" cap="none" spc="0" normalizeH="0" baseline="0" dirty="0">
                <a:ln>
                  <a:noFill/>
                </a:ln>
                <a:solidFill>
                  <a:srgbClr val="80808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2026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B5349D-C60B-47EE-B5C1-44781FBBE0C4}"/>
              </a:ext>
            </a:extLst>
          </p:cNvPr>
          <p:cNvSpPr txBox="1"/>
          <p:nvPr/>
        </p:nvSpPr>
        <p:spPr>
          <a:xfrm>
            <a:off x="2243168" y="395443"/>
            <a:ext cx="8797365" cy="70788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4000" b="0" i="0" u="none" strike="noStrike" cap="none" spc="0" normalizeH="0" baseline="0" dirty="0">
                <a:ln>
                  <a:noFill/>
                </a:ln>
                <a:solidFill>
                  <a:srgbClr val="A30236"/>
                </a:solidFill>
                <a:effectLst/>
                <a:uFillTx/>
                <a:latin typeface="+mn-lt"/>
                <a:ea typeface="Arial"/>
                <a:cs typeface="Arial"/>
                <a:sym typeface="Arial"/>
              </a:rPr>
              <a:t>Реквизиты заголовочной части (Тип 1)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DAA9F2C6-97B3-434A-851C-B502C6A621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2559374"/>
              </p:ext>
            </p:extLst>
          </p:nvPr>
        </p:nvGraphicFramePr>
        <p:xfrm>
          <a:off x="2243168" y="1103327"/>
          <a:ext cx="8326661" cy="5953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Document" r:id="rId3" imgW="5925852" imgH="4237828" progId="Word.Document.12">
                  <p:embed/>
                </p:oleObj>
              </mc:Choice>
              <mc:Fallback>
                <p:oleObj name="Document" r:id="rId3" imgW="5925852" imgH="423782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43168" y="1103327"/>
                        <a:ext cx="8326661" cy="59533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3183183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E8D5039-C192-4E83-A9E6-D6B28A3CADE8}"/>
              </a:ext>
            </a:extLst>
          </p:cNvPr>
          <p:cNvSpPr/>
          <p:nvPr/>
        </p:nvSpPr>
        <p:spPr>
          <a:xfrm>
            <a:off x="655610" y="6465570"/>
            <a:ext cx="440774" cy="207906"/>
          </a:xfrm>
          <a:prstGeom prst="rect">
            <a:avLst/>
          </a:prstGeom>
          <a:solidFill>
            <a:srgbClr val="FFFFFF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498CC5-D527-4823-933D-28101381C173}"/>
              </a:ext>
            </a:extLst>
          </p:cNvPr>
          <p:cNvSpPr txBox="1"/>
          <p:nvPr/>
        </p:nvSpPr>
        <p:spPr>
          <a:xfrm>
            <a:off x="595368" y="6414492"/>
            <a:ext cx="768612" cy="3100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1400" b="0" i="0" u="none" strike="noStrike" cap="none" spc="0" normalizeH="0" baseline="0" dirty="0">
                <a:ln>
                  <a:noFill/>
                </a:ln>
                <a:solidFill>
                  <a:srgbClr val="80808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2026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B5349D-C60B-47EE-B5C1-44781FBBE0C4}"/>
              </a:ext>
            </a:extLst>
          </p:cNvPr>
          <p:cNvSpPr txBox="1"/>
          <p:nvPr/>
        </p:nvSpPr>
        <p:spPr>
          <a:xfrm>
            <a:off x="3106768" y="497044"/>
            <a:ext cx="6740463" cy="132343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4000" b="0" i="0" u="none" strike="noStrike" cap="none" spc="0" normalizeH="0" baseline="0" dirty="0">
                <a:ln>
                  <a:noFill/>
                </a:ln>
                <a:solidFill>
                  <a:srgbClr val="A30236"/>
                </a:solidFill>
                <a:effectLst/>
                <a:uFillTx/>
                <a:latin typeface="+mn-lt"/>
                <a:ea typeface="Arial"/>
                <a:cs typeface="Arial"/>
                <a:sym typeface="Arial"/>
              </a:rPr>
              <a:t>Реквизиты табличной части (Тип 2)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29DC7B9D-238D-40F2-877F-A07C6CD4E2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7063371"/>
              </p:ext>
            </p:extLst>
          </p:nvPr>
        </p:nvGraphicFramePr>
        <p:xfrm>
          <a:off x="318957" y="2092883"/>
          <a:ext cx="15451612" cy="42426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" name="Document" r:id="rId3" imgW="5925852" imgH="1627632" progId="Word.Document.12">
                  <p:embed/>
                </p:oleObj>
              </mc:Choice>
              <mc:Fallback>
                <p:oleObj name="Document" r:id="rId3" imgW="5925852" imgH="162763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8957" y="2092883"/>
                        <a:ext cx="15451612" cy="42426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10686264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E8D5039-C192-4E83-A9E6-D6B28A3CADE8}"/>
              </a:ext>
            </a:extLst>
          </p:cNvPr>
          <p:cNvSpPr/>
          <p:nvPr/>
        </p:nvSpPr>
        <p:spPr>
          <a:xfrm>
            <a:off x="655610" y="6465570"/>
            <a:ext cx="440774" cy="207906"/>
          </a:xfrm>
          <a:prstGeom prst="rect">
            <a:avLst/>
          </a:prstGeom>
          <a:solidFill>
            <a:srgbClr val="FFFFFF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498CC5-D527-4823-933D-28101381C173}"/>
              </a:ext>
            </a:extLst>
          </p:cNvPr>
          <p:cNvSpPr txBox="1"/>
          <p:nvPr/>
        </p:nvSpPr>
        <p:spPr>
          <a:xfrm>
            <a:off x="595368" y="6414492"/>
            <a:ext cx="768612" cy="3100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1400" b="0" i="0" u="none" strike="noStrike" cap="none" spc="0" normalizeH="0" baseline="0" dirty="0">
                <a:ln>
                  <a:noFill/>
                </a:ln>
                <a:solidFill>
                  <a:srgbClr val="80808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2026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B5349D-C60B-47EE-B5C1-44781FBBE0C4}"/>
              </a:ext>
            </a:extLst>
          </p:cNvPr>
          <p:cNvSpPr txBox="1"/>
          <p:nvPr/>
        </p:nvSpPr>
        <p:spPr>
          <a:xfrm>
            <a:off x="2561415" y="383491"/>
            <a:ext cx="7831170" cy="70788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4000" b="0" i="0" u="none" strike="noStrike" cap="none" spc="0" normalizeH="0" baseline="0" dirty="0">
                <a:ln>
                  <a:noFill/>
                </a:ln>
                <a:solidFill>
                  <a:srgbClr val="A30236"/>
                </a:solidFill>
                <a:effectLst/>
                <a:uFillTx/>
                <a:latin typeface="+mn-lt"/>
                <a:ea typeface="Arial"/>
                <a:cs typeface="Arial"/>
                <a:sym typeface="Arial"/>
              </a:rPr>
              <a:t>Основные показатели (основания)</a:t>
            </a:r>
          </a:p>
        </p:txBody>
      </p:sp>
      <p:graphicFrame>
        <p:nvGraphicFramePr>
          <p:cNvPr id="7" name="Схема 6">
            <a:extLst>
              <a:ext uri="{FF2B5EF4-FFF2-40B4-BE49-F238E27FC236}">
                <a16:creationId xmlns:a16="http://schemas.microsoft.com/office/drawing/2014/main" id="{4006F5CA-0D73-4CE6-92FE-781317D321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75728964"/>
              </p:ext>
            </p:extLst>
          </p:nvPr>
        </p:nvGraphicFramePr>
        <p:xfrm>
          <a:off x="1435024" y="1186443"/>
          <a:ext cx="10227385" cy="51441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14768195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E8D5039-C192-4E83-A9E6-D6B28A3CADE8}"/>
              </a:ext>
            </a:extLst>
          </p:cNvPr>
          <p:cNvSpPr/>
          <p:nvPr/>
        </p:nvSpPr>
        <p:spPr>
          <a:xfrm>
            <a:off x="655610" y="6384858"/>
            <a:ext cx="440774" cy="369330"/>
          </a:xfrm>
          <a:prstGeom prst="rect">
            <a:avLst/>
          </a:prstGeom>
          <a:solidFill>
            <a:srgbClr val="FFFFFF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498CC5-D527-4823-933D-28101381C173}"/>
              </a:ext>
            </a:extLst>
          </p:cNvPr>
          <p:cNvSpPr txBox="1"/>
          <p:nvPr/>
        </p:nvSpPr>
        <p:spPr>
          <a:xfrm>
            <a:off x="595368" y="6414492"/>
            <a:ext cx="768612" cy="3100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1400" b="0" i="0" u="none" strike="noStrike" cap="none" spc="0" normalizeH="0" baseline="0" dirty="0">
                <a:ln>
                  <a:noFill/>
                </a:ln>
                <a:solidFill>
                  <a:srgbClr val="808080"/>
                </a:solidFill>
                <a:effectLst/>
                <a:uFillTx/>
                <a:latin typeface="+mn-lt"/>
                <a:cs typeface="Arial" panose="020B0604020202020204" pitchFamily="34" charset="0"/>
                <a:sym typeface="Arial"/>
              </a:rPr>
              <a:t>2026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B5349D-C60B-47EE-B5C1-44781FBBE0C4}"/>
              </a:ext>
            </a:extLst>
          </p:cNvPr>
          <p:cNvSpPr txBox="1"/>
          <p:nvPr/>
        </p:nvSpPr>
        <p:spPr>
          <a:xfrm>
            <a:off x="3563968" y="547844"/>
            <a:ext cx="5826063" cy="70788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4000" b="0" i="0" u="none" strike="noStrike" cap="none" spc="0" normalizeH="0" baseline="0" dirty="0">
                <a:ln>
                  <a:noFill/>
                </a:ln>
                <a:solidFill>
                  <a:srgbClr val="A30236"/>
                </a:solidFill>
                <a:effectLst/>
                <a:uFillTx/>
                <a:latin typeface="+mn-lt"/>
                <a:ea typeface="Arial"/>
                <a:cs typeface="Arial"/>
                <a:sym typeface="Arial"/>
              </a:rPr>
              <a:t>Нормализация документа</a:t>
            </a:r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1B2818FD-41CE-4507-81C1-4322B301AA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5559058"/>
              </p:ext>
            </p:extLst>
          </p:nvPr>
        </p:nvGraphicFramePr>
        <p:xfrm>
          <a:off x="320613" y="1994376"/>
          <a:ext cx="12091520" cy="384762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6045760">
                  <a:extLst>
                    <a:ext uri="{9D8B030D-6E8A-4147-A177-3AD203B41FA5}">
                      <a16:colId xmlns:a16="http://schemas.microsoft.com/office/drawing/2014/main" val="3292939046"/>
                    </a:ext>
                  </a:extLst>
                </a:gridCol>
                <a:gridCol w="6045760">
                  <a:extLst>
                    <a:ext uri="{9D8B030D-6E8A-4147-A177-3AD203B41FA5}">
                      <a16:colId xmlns:a16="http://schemas.microsoft.com/office/drawing/2014/main" val="699545356"/>
                    </a:ext>
                  </a:extLst>
                </a:gridCol>
              </a:tblGrid>
              <a:tr h="48095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 err="1">
                          <a:effectLst/>
                        </a:rPr>
                        <a:t>Имя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en-US" sz="2000" dirty="0" err="1">
                          <a:effectLst/>
                        </a:rPr>
                        <a:t>реквизита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 err="1">
                          <a:effectLst/>
                        </a:rPr>
                        <a:t>Тип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22359728"/>
                  </a:ext>
                </a:extLst>
              </a:tr>
              <a:tr h="48095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P1 – Организация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признак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15246991"/>
                  </a:ext>
                </a:extLst>
              </a:tr>
              <a:tr h="48095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P2 – Вид отчета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признак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536079986"/>
                  </a:ext>
                </a:extLst>
              </a:tr>
              <a:tr h="48095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P3 – Период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признак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033815278"/>
                  </a:ext>
                </a:extLst>
              </a:tr>
              <a:tr h="48095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P4 – Статья отчета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признак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56163077"/>
                  </a:ext>
                </a:extLst>
              </a:tr>
              <a:tr h="48095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P5 – Код примечания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признак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517158521"/>
                  </a:ext>
                </a:extLst>
              </a:tr>
              <a:tr h="48095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Q1 – Значение за 2025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основание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260473582"/>
                  </a:ext>
                </a:extLst>
              </a:tr>
              <a:tr h="48095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Q2 – Значение за 2024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 err="1">
                          <a:effectLst/>
                        </a:rPr>
                        <a:t>основание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2420040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D5375F9E-29C6-45A1-9D0B-6C9592E750EE}"/>
              </a:ext>
            </a:extLst>
          </p:cNvPr>
          <p:cNvSpPr txBox="1"/>
          <p:nvPr/>
        </p:nvSpPr>
        <p:spPr>
          <a:xfrm>
            <a:off x="325468" y="1398476"/>
            <a:ext cx="6477000" cy="4001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ru-RU" sz="2000" dirty="0">
                <a:solidFill>
                  <a:srgbClr val="990233"/>
                </a:solidFill>
                <a:latin typeface="+mn-lt"/>
              </a:rPr>
              <a:t>Структура:</a:t>
            </a:r>
          </a:p>
        </p:txBody>
      </p:sp>
    </p:spTree>
    <p:extLst>
      <p:ext uri="{BB962C8B-B14F-4D97-AF65-F5344CB8AC3E}">
        <p14:creationId xmlns:p14="http://schemas.microsoft.com/office/powerpoint/2010/main" val="321400298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E8D5039-C192-4E83-A9E6-D6B28A3CADE8}"/>
              </a:ext>
            </a:extLst>
          </p:cNvPr>
          <p:cNvSpPr/>
          <p:nvPr/>
        </p:nvSpPr>
        <p:spPr>
          <a:xfrm>
            <a:off x="655610" y="6465570"/>
            <a:ext cx="440774" cy="207906"/>
          </a:xfrm>
          <a:prstGeom prst="rect">
            <a:avLst/>
          </a:prstGeom>
          <a:solidFill>
            <a:srgbClr val="FFFFFF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498CC5-D527-4823-933D-28101381C173}"/>
              </a:ext>
            </a:extLst>
          </p:cNvPr>
          <p:cNvSpPr txBox="1"/>
          <p:nvPr/>
        </p:nvSpPr>
        <p:spPr>
          <a:xfrm>
            <a:off x="595368" y="6414492"/>
            <a:ext cx="768612" cy="3100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1400" b="0" i="0" u="none" strike="noStrike" cap="none" spc="0" normalizeH="0" baseline="0" dirty="0">
                <a:ln>
                  <a:noFill/>
                </a:ln>
                <a:solidFill>
                  <a:srgbClr val="80808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2026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B5349D-C60B-47EE-B5C1-44781FBBE0C4}"/>
              </a:ext>
            </a:extLst>
          </p:cNvPr>
          <p:cNvSpPr txBox="1"/>
          <p:nvPr/>
        </p:nvSpPr>
        <p:spPr>
          <a:xfrm>
            <a:off x="3309968" y="361577"/>
            <a:ext cx="6334063" cy="132343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4000" b="0" i="0" u="none" strike="noStrike" cap="none" spc="0" normalizeH="0" baseline="0" dirty="0">
                <a:ln>
                  <a:noFill/>
                </a:ln>
                <a:solidFill>
                  <a:srgbClr val="A30236"/>
                </a:solidFill>
                <a:effectLst/>
                <a:uFillTx/>
                <a:latin typeface="+mn-lt"/>
                <a:ea typeface="Arial"/>
                <a:cs typeface="Arial"/>
                <a:sym typeface="Arial"/>
              </a:rPr>
              <a:t>Экономические и финансовые реквизиты</a:t>
            </a:r>
          </a:p>
        </p:txBody>
      </p:sp>
      <p:graphicFrame>
        <p:nvGraphicFramePr>
          <p:cNvPr id="7" name="Схема 6">
            <a:extLst>
              <a:ext uri="{FF2B5EF4-FFF2-40B4-BE49-F238E27FC236}">
                <a16:creationId xmlns:a16="http://schemas.microsoft.com/office/drawing/2014/main" id="{DF55DF8E-A1A2-4DE7-A52F-E5E96B552FD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75131121"/>
              </p:ext>
            </p:extLst>
          </p:nvPr>
        </p:nvGraphicFramePr>
        <p:xfrm>
          <a:off x="1096384" y="1685014"/>
          <a:ext cx="10584628" cy="42675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53351552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E8D5039-C192-4E83-A9E6-D6B28A3CADE8}"/>
              </a:ext>
            </a:extLst>
          </p:cNvPr>
          <p:cNvSpPr/>
          <p:nvPr/>
        </p:nvSpPr>
        <p:spPr>
          <a:xfrm>
            <a:off x="655610" y="6465570"/>
            <a:ext cx="440774" cy="207906"/>
          </a:xfrm>
          <a:prstGeom prst="rect">
            <a:avLst/>
          </a:prstGeom>
          <a:solidFill>
            <a:srgbClr val="FFFFFF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498CC5-D527-4823-933D-28101381C173}"/>
              </a:ext>
            </a:extLst>
          </p:cNvPr>
          <p:cNvSpPr txBox="1"/>
          <p:nvPr/>
        </p:nvSpPr>
        <p:spPr>
          <a:xfrm>
            <a:off x="595368" y="6414492"/>
            <a:ext cx="768612" cy="3100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1400" b="0" i="0" u="none" strike="noStrike" cap="none" spc="0" normalizeH="0" baseline="0" dirty="0">
                <a:ln>
                  <a:noFill/>
                </a:ln>
                <a:solidFill>
                  <a:srgbClr val="80808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2026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B5349D-C60B-47EE-B5C1-44781FBBE0C4}"/>
              </a:ext>
            </a:extLst>
          </p:cNvPr>
          <p:cNvSpPr txBox="1"/>
          <p:nvPr/>
        </p:nvSpPr>
        <p:spPr>
          <a:xfrm>
            <a:off x="2260101" y="649444"/>
            <a:ext cx="8433797" cy="70788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4000" b="0" i="0" u="none" strike="noStrike" cap="none" spc="0" normalizeH="0" baseline="0" dirty="0">
                <a:ln>
                  <a:noFill/>
                </a:ln>
                <a:solidFill>
                  <a:srgbClr val="A30236"/>
                </a:solidFill>
                <a:effectLst/>
                <a:uFillTx/>
                <a:latin typeface="+mn-lt"/>
                <a:ea typeface="Arial"/>
                <a:cs typeface="Arial"/>
                <a:sym typeface="Arial"/>
              </a:rPr>
              <a:t>Итоговая классификация реквизитов</a:t>
            </a:r>
          </a:p>
        </p:txBody>
      </p:sp>
      <p:graphicFrame>
        <p:nvGraphicFramePr>
          <p:cNvPr id="10" name="Схема 9">
            <a:extLst>
              <a:ext uri="{FF2B5EF4-FFF2-40B4-BE49-F238E27FC236}">
                <a16:creationId xmlns:a16="http://schemas.microsoft.com/office/drawing/2014/main" id="{435AEC6A-2D75-44BD-9ABF-1E194F83158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79543749"/>
              </p:ext>
            </p:extLst>
          </p:nvPr>
        </p:nvGraphicFramePr>
        <p:xfrm>
          <a:off x="494245" y="1741483"/>
          <a:ext cx="5431425" cy="31442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3" name="Схема 12">
            <a:extLst>
              <a:ext uri="{FF2B5EF4-FFF2-40B4-BE49-F238E27FC236}">
                <a16:creationId xmlns:a16="http://schemas.microsoft.com/office/drawing/2014/main" id="{140B01FA-28C6-46B6-A2F8-861992093DE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8693461"/>
              </p:ext>
            </p:extLst>
          </p:nvPr>
        </p:nvGraphicFramePr>
        <p:xfrm>
          <a:off x="5982755" y="1741484"/>
          <a:ext cx="6406469" cy="12975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4145019789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E8D5039-C192-4E83-A9E6-D6B28A3CADE8}"/>
              </a:ext>
            </a:extLst>
          </p:cNvPr>
          <p:cNvSpPr/>
          <p:nvPr/>
        </p:nvSpPr>
        <p:spPr>
          <a:xfrm>
            <a:off x="655610" y="6465570"/>
            <a:ext cx="440774" cy="207906"/>
          </a:xfrm>
          <a:prstGeom prst="rect">
            <a:avLst/>
          </a:prstGeom>
          <a:solidFill>
            <a:srgbClr val="FFFFFF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498CC5-D527-4823-933D-28101381C173}"/>
              </a:ext>
            </a:extLst>
          </p:cNvPr>
          <p:cNvSpPr txBox="1"/>
          <p:nvPr/>
        </p:nvSpPr>
        <p:spPr>
          <a:xfrm>
            <a:off x="595368" y="6414492"/>
            <a:ext cx="768612" cy="3100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1400" b="0" i="0" u="none" strike="noStrike" cap="none" spc="0" normalizeH="0" baseline="0" dirty="0">
                <a:ln>
                  <a:noFill/>
                </a:ln>
                <a:solidFill>
                  <a:srgbClr val="80808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2026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B5349D-C60B-47EE-B5C1-44781FBBE0C4}"/>
              </a:ext>
            </a:extLst>
          </p:cNvPr>
          <p:cNvSpPr txBox="1"/>
          <p:nvPr/>
        </p:nvSpPr>
        <p:spPr>
          <a:xfrm>
            <a:off x="4096870" y="463177"/>
            <a:ext cx="4760259" cy="132343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4000" b="0" i="0" u="none" strike="noStrike" cap="none" spc="0" normalizeH="0" baseline="0" dirty="0">
                <a:ln>
                  <a:noFill/>
                </a:ln>
                <a:solidFill>
                  <a:srgbClr val="A30236"/>
                </a:solidFill>
                <a:effectLst/>
                <a:uFillTx/>
                <a:latin typeface="+mn-lt"/>
                <a:ea typeface="Arial"/>
                <a:cs typeface="Arial"/>
                <a:sym typeface="Arial"/>
              </a:rPr>
              <a:t>Описание процесса работы с документом</a:t>
            </a:r>
          </a:p>
        </p:txBody>
      </p:sp>
      <p:graphicFrame>
        <p:nvGraphicFramePr>
          <p:cNvPr id="9" name="Схема 8">
            <a:extLst>
              <a:ext uri="{FF2B5EF4-FFF2-40B4-BE49-F238E27FC236}">
                <a16:creationId xmlns:a16="http://schemas.microsoft.com/office/drawing/2014/main" id="{5B214D2E-0B33-4D76-8BB1-9B18C0CB2C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6549722"/>
              </p:ext>
            </p:extLst>
          </p:nvPr>
        </p:nvGraphicFramePr>
        <p:xfrm>
          <a:off x="595368" y="1786614"/>
          <a:ext cx="11737260" cy="40793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30946399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E8D5039-C192-4E83-A9E6-D6B28A3CADE8}"/>
              </a:ext>
            </a:extLst>
          </p:cNvPr>
          <p:cNvSpPr/>
          <p:nvPr/>
        </p:nvSpPr>
        <p:spPr>
          <a:xfrm>
            <a:off x="655610" y="6465570"/>
            <a:ext cx="440774" cy="207906"/>
          </a:xfrm>
          <a:prstGeom prst="rect">
            <a:avLst/>
          </a:prstGeom>
          <a:solidFill>
            <a:srgbClr val="FFFFFF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498CC5-D527-4823-933D-28101381C173}"/>
              </a:ext>
            </a:extLst>
          </p:cNvPr>
          <p:cNvSpPr txBox="1"/>
          <p:nvPr/>
        </p:nvSpPr>
        <p:spPr>
          <a:xfrm>
            <a:off x="595368" y="6414492"/>
            <a:ext cx="768612" cy="3100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1400" b="0" i="0" u="none" strike="noStrike" cap="none" spc="0" normalizeH="0" baseline="0" dirty="0">
                <a:ln>
                  <a:noFill/>
                </a:ln>
                <a:solidFill>
                  <a:srgbClr val="80808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2026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B5349D-C60B-47EE-B5C1-44781FBBE0C4}"/>
              </a:ext>
            </a:extLst>
          </p:cNvPr>
          <p:cNvSpPr txBox="1"/>
          <p:nvPr/>
        </p:nvSpPr>
        <p:spPr>
          <a:xfrm>
            <a:off x="2395568" y="547844"/>
            <a:ext cx="8162863" cy="70788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rgbClr val="A30236"/>
                </a:solidFill>
                <a:effectLst/>
                <a:uFillTx/>
                <a:latin typeface="+mn-lt"/>
                <a:ea typeface="Arial"/>
                <a:cs typeface="Arial"/>
                <a:sym typeface="Arial"/>
              </a:rPr>
              <a:t>BPMN 2.0 </a:t>
            </a:r>
            <a:r>
              <a:rPr kumimoji="0" lang="ru-RU" sz="4000" b="0" i="0" u="none" strike="noStrike" cap="none" spc="0" normalizeH="0" baseline="0" dirty="0">
                <a:ln>
                  <a:noFill/>
                </a:ln>
                <a:solidFill>
                  <a:srgbClr val="A30236"/>
                </a:solidFill>
                <a:effectLst/>
                <a:uFillTx/>
                <a:latin typeface="+mn-lt"/>
                <a:ea typeface="Arial"/>
                <a:cs typeface="Arial"/>
                <a:sym typeface="Arial"/>
              </a:rPr>
              <a:t>диаграмма процесса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F23B408-4AB1-4D30-9B2C-85FB0C3E4F6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89" t="-3273" r="3983" b="1"/>
          <a:stretch/>
        </p:blipFill>
        <p:spPr>
          <a:xfrm>
            <a:off x="169334" y="1953644"/>
            <a:ext cx="12615333" cy="295687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DC70AC5-38C2-49CD-83B0-6B533020F9BA}"/>
              </a:ext>
            </a:extLst>
          </p:cNvPr>
          <p:cNvSpPr txBox="1"/>
          <p:nvPr/>
        </p:nvSpPr>
        <p:spPr>
          <a:xfrm>
            <a:off x="169333" y="5400360"/>
            <a:ext cx="6477000" cy="4001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ru-RU" sz="2000" dirty="0">
                <a:latin typeface="+mn-lt"/>
              </a:rPr>
              <a:t>Инструмент: </a:t>
            </a:r>
            <a:r>
              <a:rPr lang="en-US" sz="2000" dirty="0">
                <a:latin typeface="+mn-lt"/>
              </a:rPr>
              <a:t>Camunda Modeler</a:t>
            </a:r>
            <a:endParaRPr lang="ru-RU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00198810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E8D5039-C192-4E83-A9E6-D6B28A3CADE8}"/>
              </a:ext>
            </a:extLst>
          </p:cNvPr>
          <p:cNvSpPr/>
          <p:nvPr/>
        </p:nvSpPr>
        <p:spPr>
          <a:xfrm>
            <a:off x="655610" y="6465570"/>
            <a:ext cx="440774" cy="207906"/>
          </a:xfrm>
          <a:prstGeom prst="rect">
            <a:avLst/>
          </a:prstGeom>
          <a:solidFill>
            <a:srgbClr val="FFFFFF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498CC5-D527-4823-933D-28101381C173}"/>
              </a:ext>
            </a:extLst>
          </p:cNvPr>
          <p:cNvSpPr txBox="1"/>
          <p:nvPr/>
        </p:nvSpPr>
        <p:spPr>
          <a:xfrm>
            <a:off x="595368" y="6414492"/>
            <a:ext cx="768612" cy="3100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1400" b="0" i="0" u="none" strike="noStrike" cap="none" spc="0" normalizeH="0" baseline="0" dirty="0">
                <a:ln>
                  <a:noFill/>
                </a:ln>
                <a:solidFill>
                  <a:srgbClr val="80808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2026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B5349D-C60B-47EE-B5C1-44781FBBE0C4}"/>
              </a:ext>
            </a:extLst>
          </p:cNvPr>
          <p:cNvSpPr txBox="1"/>
          <p:nvPr/>
        </p:nvSpPr>
        <p:spPr>
          <a:xfrm>
            <a:off x="4096870" y="463177"/>
            <a:ext cx="4760259" cy="132343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4000" b="0" i="0" u="none" strike="noStrike" cap="none" spc="0" normalizeH="0" baseline="0" dirty="0">
                <a:ln>
                  <a:noFill/>
                </a:ln>
                <a:solidFill>
                  <a:srgbClr val="A30236"/>
                </a:solidFill>
                <a:effectLst/>
                <a:uFillTx/>
                <a:latin typeface="+mn-lt"/>
                <a:ea typeface="Arial"/>
                <a:cs typeface="Arial"/>
                <a:sym typeface="Arial"/>
              </a:rPr>
              <a:t>Концептуальная модель БД</a:t>
            </a:r>
          </a:p>
        </p:txBody>
      </p:sp>
      <p:graphicFrame>
        <p:nvGraphicFramePr>
          <p:cNvPr id="7" name="Схема 6">
            <a:extLst>
              <a:ext uri="{FF2B5EF4-FFF2-40B4-BE49-F238E27FC236}">
                <a16:creationId xmlns:a16="http://schemas.microsoft.com/office/drawing/2014/main" id="{F1396025-9A95-4242-9A43-878B369249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51960667"/>
              </p:ext>
            </p:extLst>
          </p:nvPr>
        </p:nvGraphicFramePr>
        <p:xfrm>
          <a:off x="1254684" y="1786614"/>
          <a:ext cx="10623551" cy="44126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53657644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E8D5039-C192-4E83-A9E6-D6B28A3CADE8}"/>
              </a:ext>
            </a:extLst>
          </p:cNvPr>
          <p:cNvSpPr/>
          <p:nvPr/>
        </p:nvSpPr>
        <p:spPr>
          <a:xfrm>
            <a:off x="655610" y="6465570"/>
            <a:ext cx="440774" cy="207906"/>
          </a:xfrm>
          <a:prstGeom prst="rect">
            <a:avLst/>
          </a:prstGeom>
          <a:solidFill>
            <a:srgbClr val="FFFFFF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498CC5-D527-4823-933D-28101381C173}"/>
              </a:ext>
            </a:extLst>
          </p:cNvPr>
          <p:cNvSpPr txBox="1"/>
          <p:nvPr/>
        </p:nvSpPr>
        <p:spPr>
          <a:xfrm>
            <a:off x="595368" y="6414492"/>
            <a:ext cx="768612" cy="3100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1400" b="0" i="0" u="none" strike="noStrike" cap="none" spc="0" normalizeH="0" baseline="0" dirty="0">
                <a:ln>
                  <a:noFill/>
                </a:ln>
                <a:solidFill>
                  <a:srgbClr val="80808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2026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B5349D-C60B-47EE-B5C1-44781FBBE0C4}"/>
              </a:ext>
            </a:extLst>
          </p:cNvPr>
          <p:cNvSpPr txBox="1"/>
          <p:nvPr/>
        </p:nvSpPr>
        <p:spPr>
          <a:xfrm>
            <a:off x="3511475" y="388351"/>
            <a:ext cx="5931050" cy="70788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4000" b="0" i="0" u="none" strike="noStrike" cap="none" spc="0" normalizeH="0" baseline="0" dirty="0">
                <a:ln>
                  <a:noFill/>
                </a:ln>
                <a:solidFill>
                  <a:srgbClr val="A30236"/>
                </a:solidFill>
                <a:effectLst/>
                <a:uFillTx/>
                <a:latin typeface="+mn-lt"/>
                <a:ea typeface="Arial"/>
                <a:cs typeface="Arial"/>
                <a:sym typeface="Arial"/>
              </a:rPr>
              <a:t>Логическая модель БД</a:t>
            </a:r>
          </a:p>
        </p:txBody>
      </p:sp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9845B20C-59F7-4F89-BD9F-5BE8DCF13F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1367269"/>
              </p:ext>
            </p:extLst>
          </p:nvPr>
        </p:nvGraphicFramePr>
        <p:xfrm>
          <a:off x="212015" y="1522380"/>
          <a:ext cx="3299460" cy="746571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861060">
                  <a:extLst>
                    <a:ext uri="{9D8B030D-6E8A-4147-A177-3AD203B41FA5}">
                      <a16:colId xmlns:a16="http://schemas.microsoft.com/office/drawing/2014/main" val="1996144176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4261018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Поле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 err="1">
                          <a:effectLst/>
                        </a:rPr>
                        <a:t>Описание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879776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id (PK)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 err="1">
                          <a:effectLst/>
                        </a:rPr>
                        <a:t>Идентификатор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группы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6391211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name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 err="1">
                          <a:effectLst/>
                        </a:rPr>
                        <a:t>Наименование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733290655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A762ABD5-6EF4-48C7-B751-8BB32948D57A}"/>
              </a:ext>
            </a:extLst>
          </p:cNvPr>
          <p:cNvSpPr txBox="1"/>
          <p:nvPr/>
        </p:nvSpPr>
        <p:spPr>
          <a:xfrm>
            <a:off x="152149" y="1025236"/>
            <a:ext cx="6477000" cy="39068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CompanyGroup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Группа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компаний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3EB9FC-566F-45B1-A93A-E4BA98F453A1}"/>
              </a:ext>
            </a:extLst>
          </p:cNvPr>
          <p:cNvSpPr txBox="1"/>
          <p:nvPr/>
        </p:nvSpPr>
        <p:spPr>
          <a:xfrm>
            <a:off x="138168" y="2307205"/>
            <a:ext cx="6477000" cy="39068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ReportingPeriod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Отчетный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период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4" name="Таблица 13">
            <a:extLst>
              <a:ext uri="{FF2B5EF4-FFF2-40B4-BE49-F238E27FC236}">
                <a16:creationId xmlns:a16="http://schemas.microsoft.com/office/drawing/2014/main" id="{B4A1503F-C6E9-4B7E-8ADF-32A2B1B11A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6796717"/>
              </p:ext>
            </p:extLst>
          </p:nvPr>
        </p:nvGraphicFramePr>
        <p:xfrm>
          <a:off x="212015" y="2804349"/>
          <a:ext cx="3467100" cy="1415616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059180">
                  <a:extLst>
                    <a:ext uri="{9D8B030D-6E8A-4147-A177-3AD203B41FA5}">
                      <a16:colId xmlns:a16="http://schemas.microsoft.com/office/drawing/2014/main" val="3755760639"/>
                    </a:ext>
                  </a:extLst>
                </a:gridCol>
                <a:gridCol w="2407920">
                  <a:extLst>
                    <a:ext uri="{9D8B030D-6E8A-4147-A177-3AD203B41FA5}">
                      <a16:colId xmlns:a16="http://schemas.microsoft.com/office/drawing/2014/main" val="3519082085"/>
                    </a:ext>
                  </a:extLst>
                </a:gridCol>
              </a:tblGrid>
              <a:tr h="3781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Поле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 err="1">
                          <a:effectLst/>
                        </a:rPr>
                        <a:t>Описание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83115470"/>
                  </a:ext>
                </a:extLst>
              </a:tr>
              <a:tr h="2593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id (PK)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Идентификатор периода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639025736"/>
                  </a:ext>
                </a:extLst>
              </a:tr>
              <a:tr h="2593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date_from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Начало периода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02342626"/>
                  </a:ext>
                </a:extLst>
              </a:tr>
              <a:tr h="2593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date_to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Конец периода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589563337"/>
                  </a:ext>
                </a:extLst>
              </a:tr>
              <a:tr h="2593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period_type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 err="1">
                          <a:effectLst/>
                        </a:rPr>
                        <a:t>Тип</a:t>
                      </a:r>
                      <a:r>
                        <a:rPr lang="en-US" sz="1400" dirty="0">
                          <a:effectLst/>
                        </a:rPr>
                        <a:t> (</a:t>
                      </a:r>
                      <a:r>
                        <a:rPr lang="en-US" sz="1400" dirty="0" err="1">
                          <a:effectLst/>
                        </a:rPr>
                        <a:t>квартал</a:t>
                      </a:r>
                      <a:r>
                        <a:rPr lang="en-US" sz="1400" dirty="0">
                          <a:effectLst/>
                        </a:rPr>
                        <a:t>, 9 </a:t>
                      </a:r>
                      <a:r>
                        <a:rPr lang="en-US" sz="1400" dirty="0" err="1">
                          <a:effectLst/>
                        </a:rPr>
                        <a:t>месяцев</a:t>
                      </a:r>
                      <a:r>
                        <a:rPr lang="en-US" sz="1400" dirty="0">
                          <a:effectLst/>
                        </a:rPr>
                        <a:t>, </a:t>
                      </a:r>
                      <a:r>
                        <a:rPr lang="en-US" sz="1400" dirty="0" err="1">
                          <a:effectLst/>
                        </a:rPr>
                        <a:t>год</a:t>
                      </a:r>
                      <a:r>
                        <a:rPr lang="en-US" sz="1400" dirty="0">
                          <a:effectLst/>
                        </a:rPr>
                        <a:t>)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24381545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50C62500-EAC2-4A89-BC4B-7043A7230889}"/>
              </a:ext>
            </a:extLst>
          </p:cNvPr>
          <p:cNvSpPr txBox="1"/>
          <p:nvPr/>
        </p:nvSpPr>
        <p:spPr>
          <a:xfrm>
            <a:off x="212015" y="4227837"/>
            <a:ext cx="6477000" cy="39068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ConsolidatedReport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Отчет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4FB2B560-CF1E-4BFB-93F2-E39657ABC6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2816875"/>
              </p:ext>
            </p:extLst>
          </p:nvPr>
        </p:nvGraphicFramePr>
        <p:xfrm>
          <a:off x="203050" y="4672493"/>
          <a:ext cx="3824232" cy="1741999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214382">
                  <a:extLst>
                    <a:ext uri="{9D8B030D-6E8A-4147-A177-3AD203B41FA5}">
                      <a16:colId xmlns:a16="http://schemas.microsoft.com/office/drawing/2014/main" val="3671251625"/>
                    </a:ext>
                  </a:extLst>
                </a:gridCol>
                <a:gridCol w="2609850">
                  <a:extLst>
                    <a:ext uri="{9D8B030D-6E8A-4147-A177-3AD203B41FA5}">
                      <a16:colId xmlns:a16="http://schemas.microsoft.com/office/drawing/2014/main" val="3018092364"/>
                    </a:ext>
                  </a:extLst>
                </a:gridCol>
              </a:tblGrid>
              <a:tr h="20223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Поле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Описание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92604757"/>
                  </a:ext>
                </a:extLst>
              </a:tr>
              <a:tr h="20223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id (PK)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 err="1">
                          <a:effectLst/>
                        </a:rPr>
                        <a:t>Идентификатор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отчета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155601547"/>
                  </a:ext>
                </a:extLst>
              </a:tr>
              <a:tr h="20223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group_id (FK)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Ссылка на группу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61453072"/>
                  </a:ext>
                </a:extLst>
              </a:tr>
              <a:tr h="20223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period_id (FK)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Ссылка на отчетный период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60363581"/>
                  </a:ext>
                </a:extLst>
              </a:tr>
              <a:tr h="20223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currency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Валюта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93337636"/>
                  </a:ext>
                </a:extLst>
              </a:tr>
              <a:tr h="20223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scale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Масштаб (например, млрд)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37493421"/>
                  </a:ext>
                </a:extLst>
              </a:tr>
              <a:tr h="20223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report_date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 err="1">
                          <a:effectLst/>
                        </a:rPr>
                        <a:t>Дата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утверждения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741827547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5C2F1FC8-65D2-4B82-A1A6-E7E898999BE5}"/>
              </a:ext>
            </a:extLst>
          </p:cNvPr>
          <p:cNvSpPr txBox="1"/>
          <p:nvPr/>
        </p:nvSpPr>
        <p:spPr>
          <a:xfrm>
            <a:off x="4277372" y="1008446"/>
            <a:ext cx="6477000" cy="39068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CashFlowSection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Раздел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отчета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B9E698E-7720-4DD8-B960-97C990E97CBB}"/>
              </a:ext>
            </a:extLst>
          </p:cNvPr>
          <p:cNvSpPr txBox="1"/>
          <p:nvPr/>
        </p:nvSpPr>
        <p:spPr>
          <a:xfrm>
            <a:off x="4316824" y="2492015"/>
            <a:ext cx="6477000" cy="39068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CashFlowLine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Строка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отчета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AF5223A-9727-46C4-A730-16B586ACD160}"/>
              </a:ext>
            </a:extLst>
          </p:cNvPr>
          <p:cNvSpPr txBox="1"/>
          <p:nvPr/>
        </p:nvSpPr>
        <p:spPr>
          <a:xfrm>
            <a:off x="4394369" y="4211995"/>
            <a:ext cx="6477000" cy="39068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ReportValue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(Показатели отчета)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FA30D89-8720-4EA7-8467-926919A6A72E}"/>
              </a:ext>
            </a:extLst>
          </p:cNvPr>
          <p:cNvSpPr txBox="1"/>
          <p:nvPr/>
        </p:nvSpPr>
        <p:spPr>
          <a:xfrm>
            <a:off x="8280383" y="1000525"/>
            <a:ext cx="6477000" cy="39068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7.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CashBalance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Остатки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денежных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средств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6" name="Таблица 25">
            <a:extLst>
              <a:ext uri="{FF2B5EF4-FFF2-40B4-BE49-F238E27FC236}">
                <a16:creationId xmlns:a16="http://schemas.microsoft.com/office/drawing/2014/main" id="{73F6FF54-ADBD-4D40-BEED-5FD2A66AEA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3053548"/>
              </p:ext>
            </p:extLst>
          </p:nvPr>
        </p:nvGraphicFramePr>
        <p:xfrm>
          <a:off x="4448550" y="1410596"/>
          <a:ext cx="3727524" cy="995428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075092">
                  <a:extLst>
                    <a:ext uri="{9D8B030D-6E8A-4147-A177-3AD203B41FA5}">
                      <a16:colId xmlns:a16="http://schemas.microsoft.com/office/drawing/2014/main" val="2202030829"/>
                    </a:ext>
                  </a:extLst>
                </a:gridCol>
                <a:gridCol w="2652432">
                  <a:extLst>
                    <a:ext uri="{9D8B030D-6E8A-4147-A177-3AD203B41FA5}">
                      <a16:colId xmlns:a16="http://schemas.microsoft.com/office/drawing/2014/main" val="1205216846"/>
                    </a:ext>
                  </a:extLst>
                </a:gridCol>
              </a:tblGrid>
              <a:tr h="23638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Поле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Описание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062756594"/>
                  </a:ext>
                </a:extLst>
              </a:tr>
              <a:tr h="23638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id (PK)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Идентификатор раздела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40329519"/>
                  </a:ext>
                </a:extLst>
              </a:tr>
              <a:tr h="23638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name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Название раздела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44655638"/>
                  </a:ext>
                </a:extLst>
              </a:tr>
              <a:tr h="23638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 err="1">
                          <a:effectLst/>
                        </a:rPr>
                        <a:t>section_type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</a:rPr>
                        <a:t>Operating / Investing / Financing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00762857"/>
                  </a:ext>
                </a:extLst>
              </a:tr>
            </a:tbl>
          </a:graphicData>
        </a:graphic>
      </p:graphicFrame>
      <p:graphicFrame>
        <p:nvGraphicFramePr>
          <p:cNvPr id="27" name="Таблица 26">
            <a:extLst>
              <a:ext uri="{FF2B5EF4-FFF2-40B4-BE49-F238E27FC236}">
                <a16:creationId xmlns:a16="http://schemas.microsoft.com/office/drawing/2014/main" id="{B733142F-F5EA-4285-B7FC-DC8D9168DF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8187579"/>
              </p:ext>
            </p:extLst>
          </p:nvPr>
        </p:nvGraphicFramePr>
        <p:xfrm>
          <a:off x="4345511" y="3002698"/>
          <a:ext cx="5576496" cy="1244285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788248">
                  <a:extLst>
                    <a:ext uri="{9D8B030D-6E8A-4147-A177-3AD203B41FA5}">
                      <a16:colId xmlns:a16="http://schemas.microsoft.com/office/drawing/2014/main" val="1439670227"/>
                    </a:ext>
                  </a:extLst>
                </a:gridCol>
                <a:gridCol w="2788248">
                  <a:extLst>
                    <a:ext uri="{9D8B030D-6E8A-4147-A177-3AD203B41FA5}">
                      <a16:colId xmlns:a16="http://schemas.microsoft.com/office/drawing/2014/main" val="3775654182"/>
                    </a:ext>
                  </a:extLst>
                </a:gridCol>
              </a:tblGrid>
              <a:tr h="24857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Поле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Описание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53555388"/>
                  </a:ext>
                </a:extLst>
              </a:tr>
              <a:tr h="24857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</a:rPr>
                        <a:t>id (PK)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Идентификатор строки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270382166"/>
                  </a:ext>
                </a:extLst>
              </a:tr>
              <a:tr h="24857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section_id (FK)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Ссылка на раздел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49286393"/>
                  </a:ext>
                </a:extLst>
              </a:tr>
              <a:tr h="24857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line_name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Название строки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863219263"/>
                  </a:ext>
                </a:extLst>
              </a:tr>
              <a:tr h="24857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 err="1">
                          <a:effectLst/>
                        </a:rPr>
                        <a:t>line_order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 err="1">
                          <a:effectLst/>
                        </a:rPr>
                        <a:t>Порядок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отображения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07679752"/>
                  </a:ext>
                </a:extLst>
              </a:tr>
            </a:tbl>
          </a:graphicData>
        </a:graphic>
      </p:graphicFrame>
      <p:graphicFrame>
        <p:nvGraphicFramePr>
          <p:cNvPr id="28" name="Таблица 27">
            <a:extLst>
              <a:ext uri="{FF2B5EF4-FFF2-40B4-BE49-F238E27FC236}">
                <a16:creationId xmlns:a16="http://schemas.microsoft.com/office/drawing/2014/main" id="{02445035-1147-4D22-9F6A-C79A65EB9A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3392924"/>
              </p:ext>
            </p:extLst>
          </p:nvPr>
        </p:nvGraphicFramePr>
        <p:xfrm>
          <a:off x="4394369" y="4672493"/>
          <a:ext cx="5478780" cy="1493142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739390">
                  <a:extLst>
                    <a:ext uri="{9D8B030D-6E8A-4147-A177-3AD203B41FA5}">
                      <a16:colId xmlns:a16="http://schemas.microsoft.com/office/drawing/2014/main" val="3965744745"/>
                    </a:ext>
                  </a:extLst>
                </a:gridCol>
                <a:gridCol w="2739390">
                  <a:extLst>
                    <a:ext uri="{9D8B030D-6E8A-4147-A177-3AD203B41FA5}">
                      <a16:colId xmlns:a16="http://schemas.microsoft.com/office/drawing/2014/main" val="3686680580"/>
                    </a:ext>
                  </a:extLst>
                </a:gridCol>
              </a:tblGrid>
              <a:tr h="19712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Поле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Описание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69070276"/>
                  </a:ext>
                </a:extLst>
              </a:tr>
              <a:tr h="19712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</a:rPr>
                        <a:t>id (PK)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Идентификатор записи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04408864"/>
                  </a:ext>
                </a:extLst>
              </a:tr>
              <a:tr h="19712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report_id (FK)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Ссылка на отчет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91341888"/>
                  </a:ext>
                </a:extLst>
              </a:tr>
              <a:tr h="19712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line_id (FK)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Ссылка на строку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95239899"/>
                  </a:ext>
                </a:extLst>
              </a:tr>
              <a:tr h="19712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</a:rPr>
                        <a:t>year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Год (например 2025)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15755133"/>
                  </a:ext>
                </a:extLst>
              </a:tr>
              <a:tr h="19712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</a:rPr>
                        <a:t>amount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 err="1">
                          <a:effectLst/>
                        </a:rPr>
                        <a:t>Сумма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891826659"/>
                  </a:ext>
                </a:extLst>
              </a:tr>
            </a:tbl>
          </a:graphicData>
        </a:graphic>
      </p:graphicFrame>
      <p:graphicFrame>
        <p:nvGraphicFramePr>
          <p:cNvPr id="29" name="Таблица 28">
            <a:extLst>
              <a:ext uri="{FF2B5EF4-FFF2-40B4-BE49-F238E27FC236}">
                <a16:creationId xmlns:a16="http://schemas.microsoft.com/office/drawing/2014/main" id="{D8C51F5F-E2C5-4430-9ADB-1AAB99B59F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6740386"/>
              </p:ext>
            </p:extLst>
          </p:nvPr>
        </p:nvGraphicFramePr>
        <p:xfrm>
          <a:off x="8807126" y="1399130"/>
          <a:ext cx="3894492" cy="1493142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212252">
                  <a:extLst>
                    <a:ext uri="{9D8B030D-6E8A-4147-A177-3AD203B41FA5}">
                      <a16:colId xmlns:a16="http://schemas.microsoft.com/office/drawing/2014/main" val="848158469"/>
                    </a:ext>
                  </a:extLst>
                </a:gridCol>
                <a:gridCol w="2682240">
                  <a:extLst>
                    <a:ext uri="{9D8B030D-6E8A-4147-A177-3AD203B41FA5}">
                      <a16:colId xmlns:a16="http://schemas.microsoft.com/office/drawing/2014/main" val="2585838231"/>
                    </a:ext>
                  </a:extLst>
                </a:gridCol>
              </a:tblGrid>
              <a:tr h="1754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Поле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Описание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790153526"/>
                  </a:ext>
                </a:extLst>
              </a:tr>
              <a:tr h="1754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id (PK)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Идентификатор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672954582"/>
                  </a:ext>
                </a:extLst>
              </a:tr>
              <a:tr h="1754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report_id (FK)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Ссылка на отчет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133993795"/>
                  </a:ext>
                </a:extLst>
              </a:tr>
              <a:tr h="1754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balance_type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Начало / Конец / Влияние курса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815788645"/>
                  </a:ext>
                </a:extLst>
              </a:tr>
              <a:tr h="1754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year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Год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44748350"/>
                  </a:ext>
                </a:extLst>
              </a:tr>
              <a:tr h="1754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amount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 err="1">
                          <a:effectLst/>
                        </a:rPr>
                        <a:t>Сумма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886051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9068373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E8D5039-C192-4E83-A9E6-D6B28A3CADE8}"/>
              </a:ext>
            </a:extLst>
          </p:cNvPr>
          <p:cNvSpPr/>
          <p:nvPr/>
        </p:nvSpPr>
        <p:spPr>
          <a:xfrm>
            <a:off x="655610" y="6465570"/>
            <a:ext cx="440774" cy="207906"/>
          </a:xfrm>
          <a:prstGeom prst="rect">
            <a:avLst/>
          </a:prstGeom>
          <a:solidFill>
            <a:srgbClr val="FFFFFF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498CC5-D527-4823-933D-28101381C173}"/>
              </a:ext>
            </a:extLst>
          </p:cNvPr>
          <p:cNvSpPr txBox="1"/>
          <p:nvPr/>
        </p:nvSpPr>
        <p:spPr>
          <a:xfrm>
            <a:off x="595368" y="6414492"/>
            <a:ext cx="768612" cy="3100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1400" b="0" i="0" u="none" strike="noStrike" cap="none" spc="0" normalizeH="0" baseline="0" dirty="0">
                <a:ln>
                  <a:noFill/>
                </a:ln>
                <a:solidFill>
                  <a:srgbClr val="80808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2026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B5349D-C60B-47EE-B5C1-44781FBBE0C4}"/>
              </a:ext>
            </a:extLst>
          </p:cNvPr>
          <p:cNvSpPr txBox="1"/>
          <p:nvPr/>
        </p:nvSpPr>
        <p:spPr>
          <a:xfrm>
            <a:off x="2395568" y="380204"/>
            <a:ext cx="8162863" cy="70788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4000" b="0" i="0" u="none" strike="noStrike" cap="none" spc="0" normalizeH="0" baseline="0" dirty="0">
                <a:ln>
                  <a:noFill/>
                </a:ln>
                <a:solidFill>
                  <a:srgbClr val="A30236"/>
                </a:solidFill>
                <a:effectLst/>
                <a:uFillTx/>
                <a:latin typeface="+mn-lt"/>
                <a:ea typeface="Arial"/>
                <a:cs typeface="Arial"/>
                <a:sym typeface="Arial"/>
              </a:rPr>
              <a:t>Физическая модель (</a:t>
            </a: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rgbClr val="A30236"/>
                </a:solidFill>
                <a:effectLst/>
                <a:uFillTx/>
                <a:latin typeface="+mn-lt"/>
                <a:ea typeface="Arial"/>
                <a:cs typeface="Arial"/>
                <a:sym typeface="Arial"/>
              </a:rPr>
              <a:t>SQL)</a:t>
            </a:r>
            <a:endParaRPr kumimoji="0" lang="ru-RU" sz="4000" b="0" i="0" u="none" strike="noStrike" cap="none" spc="0" normalizeH="0" baseline="0" dirty="0">
              <a:ln>
                <a:noFill/>
              </a:ln>
              <a:solidFill>
                <a:srgbClr val="A30236"/>
              </a:solidFill>
              <a:effectLst/>
              <a:uFillTx/>
              <a:latin typeface="+mn-lt"/>
              <a:ea typeface="Arial"/>
              <a:cs typeface="Arial"/>
              <a:sym typeface="Arial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A45338A-EC11-43FA-AB60-A281A91A3E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368" y="1139167"/>
            <a:ext cx="3030249" cy="531323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2A3752B-D9F5-4031-887A-9D90BB4C61E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32"/>
          <a:stretch/>
        </p:blipFill>
        <p:spPr>
          <a:xfrm>
            <a:off x="4472335" y="985520"/>
            <a:ext cx="3263917" cy="584708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4C06EC38-6A74-48CD-9E48-E55A61BE01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6252" y="1088088"/>
            <a:ext cx="4577093" cy="3039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187972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E8D5039-C192-4E83-A9E6-D6B28A3CADE8}"/>
              </a:ext>
            </a:extLst>
          </p:cNvPr>
          <p:cNvSpPr/>
          <p:nvPr/>
        </p:nvSpPr>
        <p:spPr>
          <a:xfrm>
            <a:off x="655610" y="6465570"/>
            <a:ext cx="440774" cy="207906"/>
          </a:xfrm>
          <a:prstGeom prst="rect">
            <a:avLst/>
          </a:prstGeom>
          <a:solidFill>
            <a:srgbClr val="FFFFFF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498CC5-D527-4823-933D-28101381C173}"/>
              </a:ext>
            </a:extLst>
          </p:cNvPr>
          <p:cNvSpPr txBox="1"/>
          <p:nvPr/>
        </p:nvSpPr>
        <p:spPr>
          <a:xfrm>
            <a:off x="595368" y="6414492"/>
            <a:ext cx="768612" cy="3100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1400" b="0" i="0" u="none" strike="noStrike" cap="none" spc="0" normalizeH="0" baseline="0" dirty="0">
                <a:ln>
                  <a:noFill/>
                </a:ln>
                <a:solidFill>
                  <a:srgbClr val="80808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2026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B5349D-C60B-47EE-B5C1-44781FBBE0C4}"/>
              </a:ext>
            </a:extLst>
          </p:cNvPr>
          <p:cNvSpPr txBox="1"/>
          <p:nvPr/>
        </p:nvSpPr>
        <p:spPr>
          <a:xfrm>
            <a:off x="3420035" y="447937"/>
            <a:ext cx="6113930" cy="70788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4000" b="0" i="0" u="none" strike="noStrike" cap="none" spc="0" normalizeH="0" baseline="0" dirty="0">
                <a:ln>
                  <a:noFill/>
                </a:ln>
                <a:solidFill>
                  <a:srgbClr val="A30236"/>
                </a:solidFill>
                <a:effectLst/>
                <a:uFillTx/>
                <a:latin typeface="+mn-lt"/>
                <a:ea typeface="Arial"/>
                <a:cs typeface="Arial"/>
                <a:sym typeface="Arial"/>
              </a:rPr>
              <a:t>Вывод</a:t>
            </a:r>
          </a:p>
        </p:txBody>
      </p:sp>
      <p:graphicFrame>
        <p:nvGraphicFramePr>
          <p:cNvPr id="7" name="Схема 6">
            <a:extLst>
              <a:ext uri="{FF2B5EF4-FFF2-40B4-BE49-F238E27FC236}">
                <a16:creationId xmlns:a16="http://schemas.microsoft.com/office/drawing/2014/main" id="{D828B70C-51EA-4F12-AFBE-18D937D1F5E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99281330"/>
              </p:ext>
            </p:extLst>
          </p:nvPr>
        </p:nvGraphicFramePr>
        <p:xfrm>
          <a:off x="2373630" y="1155821"/>
          <a:ext cx="8206740" cy="51133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09406861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Title 1"/>
          <p:cNvSpPr txBox="1">
            <a:spLocks noGrp="1"/>
          </p:cNvSpPr>
          <p:nvPr>
            <p:ph type="title"/>
          </p:nvPr>
        </p:nvSpPr>
        <p:spPr>
          <a:xfrm>
            <a:off x="916863" y="1616633"/>
            <a:ext cx="10423444" cy="2723284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ru-RU" dirty="0"/>
              <a:t>СПАСИБО ЗА ВНИМАНИЕ!</a:t>
            </a:r>
            <a:endParaRPr dirty="0"/>
          </a:p>
        </p:txBody>
      </p:sp>
      <p:sp>
        <p:nvSpPr>
          <p:cNvPr id="229" name="TextBox 3"/>
          <p:cNvSpPr txBox="1"/>
          <p:nvPr/>
        </p:nvSpPr>
        <p:spPr>
          <a:xfrm>
            <a:off x="913800" y="6125934"/>
            <a:ext cx="2146926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r>
              <a:rPr dirty="0" err="1"/>
              <a:t>Нижний</a:t>
            </a:r>
            <a:r>
              <a:rPr dirty="0"/>
              <a:t> </a:t>
            </a:r>
            <a:r>
              <a:rPr dirty="0" err="1"/>
              <a:t>Новгород</a:t>
            </a:r>
            <a:r>
              <a:rPr dirty="0"/>
              <a:t>, 202</a:t>
            </a:r>
            <a:r>
              <a:rPr lang="ru-RU" dirty="0"/>
              <a:t>6</a:t>
            </a:r>
            <a:endParaRPr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23A1341-2094-4BB0-BBD2-780C5F96B22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-1" b="37926"/>
          <a:stretch/>
        </p:blipFill>
        <p:spPr>
          <a:xfrm flipH="1">
            <a:off x="11934176" y="718185"/>
            <a:ext cx="372097" cy="1466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3BE516E-8C8B-40BF-9F92-3D5B22492B66}"/>
              </a:ext>
            </a:extLst>
          </p:cNvPr>
          <p:cNvSpPr txBox="1"/>
          <p:nvPr/>
        </p:nvSpPr>
        <p:spPr>
          <a:xfrm rot="16200000">
            <a:off x="11938635" y="573405"/>
            <a:ext cx="308610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dirty="0">
                <a:solidFill>
                  <a:schemeClr val="bg1"/>
                </a:solidFill>
              </a:rPr>
              <a:t>6</a:t>
            </a: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91946409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A30236"/>
      </a:accent1>
      <a:accent2>
        <a:srgbClr val="ED7D31"/>
      </a:accent2>
      <a:accent3>
        <a:srgbClr val="879DC1"/>
      </a:accent3>
      <a:accent4>
        <a:srgbClr val="FF5C36"/>
      </a:accent4>
      <a:accent5>
        <a:srgbClr val="3F5CBD"/>
      </a:accent5>
      <a:accent6>
        <a:srgbClr val="12A3AD"/>
      </a:accent6>
      <a:hlink>
        <a:srgbClr val="0000FF"/>
      </a:hlink>
      <a:folHlink>
        <a:srgbClr val="FF00FF"/>
      </a:folHlink>
    </a:clrScheme>
    <a:fontScheme name="Тема Office">
      <a:majorFont>
        <a:latin typeface="Calibri"/>
        <a:ea typeface="Calibri"/>
        <a:cs typeface="Calibri"/>
      </a:majorFont>
      <a:minorFont>
        <a:latin typeface="Times New Roman"/>
        <a:ea typeface="Times New Roman"/>
        <a:cs typeface="Times New Roma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A30236"/>
      </a:accent1>
      <a:accent2>
        <a:srgbClr val="ED7D31"/>
      </a:accent2>
      <a:accent3>
        <a:srgbClr val="879DC1"/>
      </a:accent3>
      <a:accent4>
        <a:srgbClr val="FF5C36"/>
      </a:accent4>
      <a:accent5>
        <a:srgbClr val="3F5CBD"/>
      </a:accent5>
      <a:accent6>
        <a:srgbClr val="12A3AD"/>
      </a:accent6>
      <a:hlink>
        <a:srgbClr val="0000FF"/>
      </a:hlink>
      <a:folHlink>
        <a:srgbClr val="FF00FF"/>
      </a:folHlink>
    </a:clrScheme>
    <a:fontScheme name="Тема Office">
      <a:majorFont>
        <a:latin typeface="Calibri"/>
        <a:ea typeface="Calibri"/>
        <a:cs typeface="Calibri"/>
      </a:majorFont>
      <a:minorFont>
        <a:latin typeface="Times New Roman"/>
        <a:ea typeface="Times New Roman"/>
        <a:cs typeface="Times New Roma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762</TotalTime>
  <Words>1067</Words>
  <Application>Microsoft Office PowerPoint</Application>
  <PresentationFormat>Произвольный</PresentationFormat>
  <Paragraphs>223</Paragraphs>
  <Slides>18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5" baseType="lpstr">
      <vt:lpstr>Arial</vt:lpstr>
      <vt:lpstr>Calibri</vt:lpstr>
      <vt:lpstr>Helvetica Neue</vt:lpstr>
      <vt:lpstr>quote-cjk-patch</vt:lpstr>
      <vt:lpstr>Times New Roman</vt:lpstr>
      <vt:lpstr>Тема Office</vt:lpstr>
      <vt:lpstr>Документ Microsoft Word</vt:lpstr>
      <vt:lpstr>Практическая работа по дисциплине «Программная инженерия» Тема: Реквизитный анализ экономического документа и создание его внутримашинного представления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user1</cp:lastModifiedBy>
  <cp:revision>80</cp:revision>
  <dcterms:modified xsi:type="dcterms:W3CDTF">2026-02-25T17:37:40Z</dcterms:modified>
</cp:coreProperties>
</file>